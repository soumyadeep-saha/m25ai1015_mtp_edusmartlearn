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87" r:id="rId2"/>
    <p:sldId id="268" r:id="rId3"/>
    <p:sldId id="269" r:id="rId4"/>
    <p:sldId id="270" r:id="rId5"/>
    <p:sldId id="271" r:id="rId6"/>
    <p:sldId id="273" r:id="rId7"/>
    <p:sldId id="274" r:id="rId8"/>
    <p:sldId id="275" r:id="rId9"/>
    <p:sldId id="276" r:id="rId10"/>
    <p:sldId id="277" r:id="rId11"/>
    <p:sldId id="278" r:id="rId12"/>
    <p:sldId id="279" r:id="rId13"/>
    <p:sldId id="280" r:id="rId14"/>
    <p:sldId id="281" r:id="rId15"/>
    <p:sldId id="282" r:id="rId16"/>
    <p:sldId id="283" r:id="rId17"/>
    <p:sldId id="284" r:id="rId18"/>
    <p:sldId id="266" r:id="rId19"/>
    <p:sldId id="286" r:id="rId20"/>
    <p:sldId id="285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0DE724-A1FB-DF44-8441-358BD15D1CEA}" v="118" dt="2026-04-08T19:43:06.2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86"/>
    <p:restoredTop sz="94677"/>
  </p:normalViewPr>
  <p:slideViewPr>
    <p:cSldViewPr snapToGrid="0" snapToObjects="1">
      <p:cViewPr varScale="1">
        <p:scale>
          <a:sx n="139" d="100"/>
          <a:sy n="139" d="100"/>
        </p:scale>
        <p:origin x="760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ha, Soumyadeep" userId="a299a714-5d9f-475e-951f-04612a618351" providerId="ADAL" clId="{F22CC4E1-6E32-54D0-9489-694962FCD9E1}"/>
    <pc:docChg chg="undo custSel addSld delSld modSld sldOrd">
      <pc:chgData name="Saha, Soumyadeep" userId="a299a714-5d9f-475e-951f-04612a618351" providerId="ADAL" clId="{F22CC4E1-6E32-54D0-9489-694962FCD9E1}" dt="2026-04-08T20:05:28.554" v="912" actId="20577"/>
      <pc:docMkLst>
        <pc:docMk/>
      </pc:docMkLst>
      <pc:sldChg chg="modSp del mod setBg">
        <pc:chgData name="Saha, Soumyadeep" userId="a299a714-5d9f-475e-951f-04612a618351" providerId="ADAL" clId="{F22CC4E1-6E32-54D0-9489-694962FCD9E1}" dt="2026-04-08T19:41:18.938" v="851" actId="2696"/>
        <pc:sldMkLst>
          <pc:docMk/>
          <pc:sldMk cId="0" sldId="256"/>
        </pc:sldMkLst>
        <pc:spChg chg="mod">
          <ac:chgData name="Saha, Soumyadeep" userId="a299a714-5d9f-475e-951f-04612a618351" providerId="ADAL" clId="{F22CC4E1-6E32-54D0-9489-694962FCD9E1}" dt="2026-04-08T18:54:29.403" v="649" actId="207"/>
          <ac:spMkLst>
            <pc:docMk/>
            <pc:sldMk cId="0" sldId="256"/>
            <ac:spMk id="3" creationId="{00000000-0000-0000-0000-000000000000}"/>
          </ac:spMkLst>
        </pc:spChg>
      </pc:sldChg>
      <pc:sldChg chg="del">
        <pc:chgData name="Saha, Soumyadeep" userId="a299a714-5d9f-475e-951f-04612a618351" providerId="ADAL" clId="{F22CC4E1-6E32-54D0-9489-694962FCD9E1}" dt="2026-04-08T16:26:40.420" v="50" actId="2696"/>
        <pc:sldMkLst>
          <pc:docMk/>
          <pc:sldMk cId="0" sldId="257"/>
        </pc:sldMkLst>
      </pc:sldChg>
      <pc:sldChg chg="del">
        <pc:chgData name="Saha, Soumyadeep" userId="a299a714-5d9f-475e-951f-04612a618351" providerId="ADAL" clId="{F22CC4E1-6E32-54D0-9489-694962FCD9E1}" dt="2026-04-08T16:28:55.210" v="71" actId="2696"/>
        <pc:sldMkLst>
          <pc:docMk/>
          <pc:sldMk cId="0" sldId="258"/>
        </pc:sldMkLst>
      </pc:sldChg>
      <pc:sldChg chg="del">
        <pc:chgData name="Saha, Soumyadeep" userId="a299a714-5d9f-475e-951f-04612a618351" providerId="ADAL" clId="{F22CC4E1-6E32-54D0-9489-694962FCD9E1}" dt="2026-04-08T17:21:04.017" v="88" actId="2696"/>
        <pc:sldMkLst>
          <pc:docMk/>
          <pc:sldMk cId="0" sldId="259"/>
        </pc:sldMkLst>
      </pc:sldChg>
      <pc:sldChg chg="del">
        <pc:chgData name="Saha, Soumyadeep" userId="a299a714-5d9f-475e-951f-04612a618351" providerId="ADAL" clId="{F22CC4E1-6E32-54D0-9489-694962FCD9E1}" dt="2026-04-08T17:53:33.001" v="153" actId="2696"/>
        <pc:sldMkLst>
          <pc:docMk/>
          <pc:sldMk cId="0" sldId="260"/>
        </pc:sldMkLst>
      </pc:sldChg>
      <pc:sldChg chg="del">
        <pc:chgData name="Saha, Soumyadeep" userId="a299a714-5d9f-475e-951f-04612a618351" providerId="ADAL" clId="{F22CC4E1-6E32-54D0-9489-694962FCD9E1}" dt="2026-04-08T17:56:13.245" v="173" actId="2696"/>
        <pc:sldMkLst>
          <pc:docMk/>
          <pc:sldMk cId="0" sldId="261"/>
        </pc:sldMkLst>
      </pc:sldChg>
      <pc:sldChg chg="del">
        <pc:chgData name="Saha, Soumyadeep" userId="a299a714-5d9f-475e-951f-04612a618351" providerId="ADAL" clId="{F22CC4E1-6E32-54D0-9489-694962FCD9E1}" dt="2026-04-08T18:03:09.877" v="213" actId="2696"/>
        <pc:sldMkLst>
          <pc:docMk/>
          <pc:sldMk cId="0" sldId="262"/>
        </pc:sldMkLst>
      </pc:sldChg>
      <pc:sldChg chg="del">
        <pc:chgData name="Saha, Soumyadeep" userId="a299a714-5d9f-475e-951f-04612a618351" providerId="ADAL" clId="{F22CC4E1-6E32-54D0-9489-694962FCD9E1}" dt="2026-04-08T18:33:43.869" v="435" actId="2696"/>
        <pc:sldMkLst>
          <pc:docMk/>
          <pc:sldMk cId="0" sldId="263"/>
        </pc:sldMkLst>
      </pc:sldChg>
      <pc:sldChg chg="del">
        <pc:chgData name="Saha, Soumyadeep" userId="a299a714-5d9f-475e-951f-04612a618351" providerId="ADAL" clId="{F22CC4E1-6E32-54D0-9489-694962FCD9E1}" dt="2026-04-08T18:33:57.836" v="436" actId="2696"/>
        <pc:sldMkLst>
          <pc:docMk/>
          <pc:sldMk cId="0" sldId="264"/>
        </pc:sldMkLst>
      </pc:sldChg>
      <pc:sldChg chg="del">
        <pc:chgData name="Saha, Soumyadeep" userId="a299a714-5d9f-475e-951f-04612a618351" providerId="ADAL" clId="{F22CC4E1-6E32-54D0-9489-694962FCD9E1}" dt="2026-04-08T18:46:38.367" v="516" actId="2696"/>
        <pc:sldMkLst>
          <pc:docMk/>
          <pc:sldMk cId="0" sldId="265"/>
        </pc:sldMkLst>
      </pc:sldChg>
      <pc:sldChg chg="modSp mod setBg">
        <pc:chgData name="Saha, Soumyadeep" userId="a299a714-5d9f-475e-951f-04612a618351" providerId="ADAL" clId="{F22CC4E1-6E32-54D0-9489-694962FCD9E1}" dt="2026-04-08T18:53:43.688" v="642" actId="207"/>
        <pc:sldMkLst>
          <pc:docMk/>
          <pc:sldMk cId="2690375243" sldId="266"/>
        </pc:sldMkLst>
        <pc:spChg chg="mod">
          <ac:chgData name="Saha, Soumyadeep" userId="a299a714-5d9f-475e-951f-04612a618351" providerId="ADAL" clId="{F22CC4E1-6E32-54D0-9489-694962FCD9E1}" dt="2026-04-08T18:49:22.882" v="558" actId="1076"/>
          <ac:spMkLst>
            <pc:docMk/>
            <pc:sldMk cId="2690375243" sldId="266"/>
            <ac:spMk id="2" creationId="{2F63D6D5-3D57-E20D-3A60-CC8D338AC37E}"/>
          </ac:spMkLst>
        </pc:spChg>
        <pc:spChg chg="mod">
          <ac:chgData name="Saha, Soumyadeep" userId="a299a714-5d9f-475e-951f-04612a618351" providerId="ADAL" clId="{F22CC4E1-6E32-54D0-9489-694962FCD9E1}" dt="2026-04-08T18:53:43.688" v="642" actId="207"/>
          <ac:spMkLst>
            <pc:docMk/>
            <pc:sldMk cId="2690375243" sldId="266"/>
            <ac:spMk id="3" creationId="{06B93A51-8A1C-7FC7-0047-DE5E481952DD}"/>
          </ac:spMkLst>
        </pc:spChg>
      </pc:sldChg>
      <pc:sldChg chg="addSp delSp modSp add del mod setBg">
        <pc:chgData name="Saha, Soumyadeep" userId="a299a714-5d9f-475e-951f-04612a618351" providerId="ADAL" clId="{F22CC4E1-6E32-54D0-9489-694962FCD9E1}" dt="2026-04-08T19:12:34.113" v="650" actId="2696"/>
        <pc:sldMkLst>
          <pc:docMk/>
          <pc:sldMk cId="0" sldId="267"/>
        </pc:sldMkLst>
        <pc:spChg chg="mod">
          <ac:chgData name="Saha, Soumyadeep" userId="a299a714-5d9f-475e-951f-04612a618351" providerId="ADAL" clId="{F22CC4E1-6E32-54D0-9489-694962FCD9E1}" dt="2026-04-08T16:23:03.006" v="17" actId="1076"/>
          <ac:spMkLst>
            <pc:docMk/>
            <pc:sldMk cId="0" sldId="267"/>
            <ac:spMk id="2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2:56.818" v="13" actId="27636"/>
          <ac:spMkLst>
            <pc:docMk/>
            <pc:sldMk cId="0" sldId="267"/>
            <ac:spMk id="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2:56.815" v="8" actId="27636"/>
          <ac:spMkLst>
            <pc:docMk/>
            <pc:sldMk cId="0" sldId="267"/>
            <ac:spMk id="9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2:56.814" v="7" actId="276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2:56.813" v="6" actId="27636"/>
          <ac:spMkLst>
            <pc:docMk/>
            <pc:sldMk cId="0" sldId="267"/>
            <ac:spMk id="1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2:56.816" v="11" actId="27636"/>
          <ac:spMkLst>
            <pc:docMk/>
            <pc:sldMk cId="0" sldId="267"/>
            <ac:spMk id="1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2:56.815" v="9" actId="27636"/>
          <ac:spMkLst>
            <pc:docMk/>
            <pc:sldMk cId="0" sldId="267"/>
            <ac:spMk id="18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2:56.816" v="10" actId="27636"/>
          <ac:spMkLst>
            <pc:docMk/>
            <pc:sldMk cId="0" sldId="267"/>
            <ac:spMk id="21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2:56.818" v="15" actId="27636"/>
          <ac:spMkLst>
            <pc:docMk/>
            <pc:sldMk cId="0" sldId="267"/>
            <ac:spMk id="22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2:56.817" v="12" actId="27636"/>
          <ac:spMkLst>
            <pc:docMk/>
            <pc:sldMk cId="0" sldId="267"/>
            <ac:spMk id="2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2:56.818" v="14" actId="27636"/>
          <ac:spMkLst>
            <pc:docMk/>
            <pc:sldMk cId="0" sldId="267"/>
            <ac:spMk id="26" creationId="{00000000-0000-0000-0000-000000000000}"/>
          </ac:spMkLst>
        </pc:spChg>
        <pc:spChg chg="add del mod">
          <ac:chgData name="Saha, Soumyadeep" userId="a299a714-5d9f-475e-951f-04612a618351" providerId="ADAL" clId="{F22CC4E1-6E32-54D0-9489-694962FCD9E1}" dt="2026-04-08T16:23:08.473" v="19"/>
          <ac:spMkLst>
            <pc:docMk/>
            <pc:sldMk cId="0" sldId="267"/>
            <ac:spMk id="31" creationId="{98DDCECA-6C7D-01FF-B3AE-80068FB7B8B0}"/>
          </ac:spMkLst>
        </pc:spChg>
      </pc:sldChg>
      <pc:sldChg chg="addSp delSp modSp add mod setBg">
        <pc:chgData name="Saha, Soumyadeep" userId="a299a714-5d9f-475e-951f-04612a618351" providerId="ADAL" clId="{F22CC4E1-6E32-54D0-9489-694962FCD9E1}" dt="2026-04-08T19:43:48.999" v="874" actId="207"/>
        <pc:sldMkLst>
          <pc:docMk/>
          <pc:sldMk cId="0" sldId="268"/>
        </pc:sldMkLst>
        <pc:spChg chg="mod">
          <ac:chgData name="Saha, Soumyadeep" userId="a299a714-5d9f-475e-951f-04612a618351" providerId="ADAL" clId="{F22CC4E1-6E32-54D0-9489-694962FCD9E1}" dt="2026-04-08T16:26:34.246" v="42" actId="27636"/>
          <ac:spMkLst>
            <pc:docMk/>
            <pc:sldMk cId="0" sldId="268"/>
            <ac:spMk id="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43:14.727" v="863" actId="255"/>
          <ac:spMkLst>
            <pc:docMk/>
            <pc:sldMk cId="0" sldId="268"/>
            <ac:spMk id="9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6:34.249" v="46" actId="27636"/>
          <ac:spMkLst>
            <pc:docMk/>
            <pc:sldMk cId="0" sldId="268"/>
            <ac:spMk id="10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6:34.251" v="49" actId="27636"/>
          <ac:spMkLst>
            <pc:docMk/>
            <pc:sldMk cId="0" sldId="268"/>
            <ac:spMk id="1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6:34.249" v="45" actId="27636"/>
          <ac:spMkLst>
            <pc:docMk/>
            <pc:sldMk cId="0" sldId="268"/>
            <ac:spMk id="1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6:34.251" v="48" actId="27636"/>
          <ac:spMkLst>
            <pc:docMk/>
            <pc:sldMk cId="0" sldId="268"/>
            <ac:spMk id="18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6:34.245" v="40" actId="27636"/>
          <ac:spMkLst>
            <pc:docMk/>
            <pc:sldMk cId="0" sldId="268"/>
            <ac:spMk id="21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6:34.246" v="41" actId="27636"/>
          <ac:spMkLst>
            <pc:docMk/>
            <pc:sldMk cId="0" sldId="268"/>
            <ac:spMk id="22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43:24.781" v="867" actId="27636"/>
          <ac:spMkLst>
            <pc:docMk/>
            <pc:sldMk cId="0" sldId="268"/>
            <ac:spMk id="2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6:26:34.250" v="47" actId="27636"/>
          <ac:spMkLst>
            <pc:docMk/>
            <pc:sldMk cId="0" sldId="268"/>
            <ac:spMk id="2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43:36.016" v="871" actId="207"/>
          <ac:spMkLst>
            <pc:docMk/>
            <pc:sldMk cId="0" sldId="268"/>
            <ac:spMk id="28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43:48.999" v="874" actId="207"/>
          <ac:spMkLst>
            <pc:docMk/>
            <pc:sldMk cId="0" sldId="268"/>
            <ac:spMk id="29" creationId="{00000000-0000-0000-0000-000000000000}"/>
          </ac:spMkLst>
        </pc:spChg>
        <pc:spChg chg="add mod">
          <ac:chgData name="Saha, Soumyadeep" userId="a299a714-5d9f-475e-951f-04612a618351" providerId="ADAL" clId="{F22CC4E1-6E32-54D0-9489-694962FCD9E1}" dt="2026-04-08T16:27:11.299" v="59" actId="767"/>
          <ac:spMkLst>
            <pc:docMk/>
            <pc:sldMk cId="0" sldId="268"/>
            <ac:spMk id="31" creationId="{D7691E7F-1F2F-76EE-789E-94B33441C1D9}"/>
          </ac:spMkLst>
        </pc:spChg>
        <pc:spChg chg="add del mod">
          <ac:chgData name="Saha, Soumyadeep" userId="a299a714-5d9f-475e-951f-04612a618351" providerId="ADAL" clId="{F22CC4E1-6E32-54D0-9489-694962FCD9E1}" dt="2026-04-08T16:27:23.235" v="62"/>
          <ac:spMkLst>
            <pc:docMk/>
            <pc:sldMk cId="0" sldId="268"/>
            <ac:spMk id="32" creationId="{D9BC880D-2737-FF08-5DF7-08557DB7292F}"/>
          </ac:spMkLst>
        </pc:spChg>
        <pc:spChg chg="add del mod">
          <ac:chgData name="Saha, Soumyadeep" userId="a299a714-5d9f-475e-951f-04612a618351" providerId="ADAL" clId="{F22CC4E1-6E32-54D0-9489-694962FCD9E1}" dt="2026-04-08T19:43:27.779" v="869"/>
          <ac:spMkLst>
            <pc:docMk/>
            <pc:sldMk cId="0" sldId="268"/>
            <ac:spMk id="33" creationId="{D96826E0-799F-93E4-E6DD-0D0E2504CF2A}"/>
          </ac:spMkLst>
        </pc:spChg>
      </pc:sldChg>
      <pc:sldChg chg="modSp add mod setBg">
        <pc:chgData name="Saha, Soumyadeep" userId="a299a714-5d9f-475e-951f-04612a618351" providerId="ADAL" clId="{F22CC4E1-6E32-54D0-9489-694962FCD9E1}" dt="2026-04-08T19:51:28.086" v="891" actId="20577"/>
        <pc:sldMkLst>
          <pc:docMk/>
          <pc:sldMk cId="0" sldId="269"/>
        </pc:sldMkLst>
        <pc:spChg chg="mod">
          <ac:chgData name="Saha, Soumyadeep" userId="a299a714-5d9f-475e-951f-04612a618351" providerId="ADAL" clId="{F22CC4E1-6E32-54D0-9489-694962FCD9E1}" dt="2026-04-08T16:28:47.587" v="70" actId="207"/>
          <ac:spMkLst>
            <pc:docMk/>
            <pc:sldMk cId="0" sldId="269"/>
            <ac:spMk id="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43:57.589" v="875" actId="207"/>
          <ac:spMkLst>
            <pc:docMk/>
            <pc:sldMk cId="0" sldId="269"/>
            <ac:spMk id="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44:46.378" v="885" actId="1076"/>
          <ac:spMkLst>
            <pc:docMk/>
            <pc:sldMk cId="0" sldId="269"/>
            <ac:spMk id="12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51:28.086" v="891" actId="20577"/>
          <ac:spMkLst>
            <pc:docMk/>
            <pc:sldMk cId="0" sldId="269"/>
            <ac:spMk id="13" creationId="{00000000-0000-0000-0000-000000000000}"/>
          </ac:spMkLst>
        </pc:spChg>
      </pc:sldChg>
      <pc:sldChg chg="modSp add mod setBg">
        <pc:chgData name="Saha, Soumyadeep" userId="a299a714-5d9f-475e-951f-04612a618351" providerId="ADAL" clId="{F22CC4E1-6E32-54D0-9489-694962FCD9E1}" dt="2026-04-08T19:34:02.234" v="781" actId="20577"/>
        <pc:sldMkLst>
          <pc:docMk/>
          <pc:sldMk cId="0" sldId="270"/>
        </pc:sldMkLst>
        <pc:spChg chg="mod">
          <ac:chgData name="Saha, Soumyadeep" userId="a299a714-5d9f-475e-951f-04612a618351" providerId="ADAL" clId="{F22CC4E1-6E32-54D0-9489-694962FCD9E1}" dt="2026-04-08T19:32:53.574" v="762" actId="14100"/>
          <ac:spMkLst>
            <pc:docMk/>
            <pc:sldMk cId="0" sldId="270"/>
            <ac:spMk id="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33:59.699" v="779" actId="20577"/>
          <ac:spMkLst>
            <pc:docMk/>
            <pc:sldMk cId="0" sldId="270"/>
            <ac:spMk id="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33:32.825" v="774" actId="14100"/>
          <ac:spMkLst>
            <pc:docMk/>
            <pc:sldMk cId="0" sldId="270"/>
            <ac:spMk id="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34:02.234" v="781" actId="20577"/>
          <ac:spMkLst>
            <pc:docMk/>
            <pc:sldMk cId="0" sldId="270"/>
            <ac:spMk id="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32:00.868" v="748" actId="1076"/>
          <ac:spMkLst>
            <pc:docMk/>
            <pc:sldMk cId="0" sldId="270"/>
            <ac:spMk id="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32:00.868" v="748" actId="1076"/>
          <ac:spMkLst>
            <pc:docMk/>
            <pc:sldMk cId="0" sldId="270"/>
            <ac:spMk id="8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32:00.868" v="748" actId="1076"/>
          <ac:spMkLst>
            <pc:docMk/>
            <pc:sldMk cId="0" sldId="270"/>
            <ac:spMk id="9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32:00.868" v="748" actId="1076"/>
          <ac:spMkLst>
            <pc:docMk/>
            <pc:sldMk cId="0" sldId="270"/>
            <ac:spMk id="10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32:00.868" v="748" actId="1076"/>
          <ac:spMkLst>
            <pc:docMk/>
            <pc:sldMk cId="0" sldId="270"/>
            <ac:spMk id="11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32:00.868" v="748" actId="1076"/>
          <ac:spMkLst>
            <pc:docMk/>
            <pc:sldMk cId="0" sldId="270"/>
            <ac:spMk id="12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32:00.868" v="748" actId="1076"/>
          <ac:spMkLst>
            <pc:docMk/>
            <pc:sldMk cId="0" sldId="270"/>
            <ac:spMk id="13" creationId="{00000000-0000-0000-0000-000000000000}"/>
          </ac:spMkLst>
        </pc:spChg>
      </pc:sldChg>
      <pc:sldChg chg="modSp add del mod setBg">
        <pc:chgData name="Saha, Soumyadeep" userId="a299a714-5d9f-475e-951f-04612a618351" providerId="ADAL" clId="{F22CC4E1-6E32-54D0-9489-694962FCD9E1}" dt="2026-04-08T17:27:37.852" v="113" actId="207"/>
        <pc:sldMkLst>
          <pc:docMk/>
          <pc:sldMk cId="0" sldId="271"/>
        </pc:sldMkLst>
        <pc:spChg chg="mod">
          <ac:chgData name="Saha, Soumyadeep" userId="a299a714-5d9f-475e-951f-04612a618351" providerId="ADAL" clId="{F22CC4E1-6E32-54D0-9489-694962FCD9E1}" dt="2026-04-08T17:27:20.721" v="105" actId="207"/>
          <ac:spMkLst>
            <pc:docMk/>
            <pc:sldMk cId="0" sldId="271"/>
            <ac:spMk id="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27:25.437" v="107" actId="207"/>
          <ac:spMkLst>
            <pc:docMk/>
            <pc:sldMk cId="0" sldId="271"/>
            <ac:spMk id="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27:29.936" v="109" actId="207"/>
          <ac:spMkLst>
            <pc:docMk/>
            <pc:sldMk cId="0" sldId="271"/>
            <ac:spMk id="11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27:34.208" v="111" actId="207"/>
          <ac:spMkLst>
            <pc:docMk/>
            <pc:sldMk cId="0" sldId="271"/>
            <ac:spMk id="1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27:37.852" v="113" actId="207"/>
          <ac:spMkLst>
            <pc:docMk/>
            <pc:sldMk cId="0" sldId="271"/>
            <ac:spMk id="19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26:44.422" v="97" actId="207"/>
          <ac:spMkLst>
            <pc:docMk/>
            <pc:sldMk cId="0" sldId="271"/>
            <ac:spMk id="22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26:49.953" v="99" actId="207"/>
          <ac:spMkLst>
            <pc:docMk/>
            <pc:sldMk cId="0" sldId="271"/>
            <ac:spMk id="2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27:03.407" v="101" actId="207"/>
          <ac:spMkLst>
            <pc:docMk/>
            <pc:sldMk cId="0" sldId="271"/>
            <ac:spMk id="2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27:12.503" v="103" actId="207"/>
          <ac:spMkLst>
            <pc:docMk/>
            <pc:sldMk cId="0" sldId="271"/>
            <ac:spMk id="28" creationId="{00000000-0000-0000-0000-000000000000}"/>
          </ac:spMkLst>
        </pc:spChg>
      </pc:sldChg>
      <pc:sldChg chg="add del setBg">
        <pc:chgData name="Saha, Soumyadeep" userId="a299a714-5d9f-475e-951f-04612a618351" providerId="ADAL" clId="{F22CC4E1-6E32-54D0-9489-694962FCD9E1}" dt="2026-04-08T17:40:52.250" v="120" actId="2696"/>
        <pc:sldMkLst>
          <pc:docMk/>
          <pc:sldMk cId="0" sldId="272"/>
        </pc:sldMkLst>
      </pc:sldChg>
      <pc:sldChg chg="addSp delSp modSp add mod setBg">
        <pc:chgData name="Saha, Soumyadeep" userId="a299a714-5d9f-475e-951f-04612a618351" providerId="ADAL" clId="{F22CC4E1-6E32-54D0-9489-694962FCD9E1}" dt="2026-04-08T19:14:05.502" v="666" actId="14100"/>
        <pc:sldMkLst>
          <pc:docMk/>
          <pc:sldMk cId="0" sldId="273"/>
        </pc:sldMkLst>
        <pc:spChg chg="add del mod">
          <ac:chgData name="Saha, Soumyadeep" userId="a299a714-5d9f-475e-951f-04612a618351" providerId="ADAL" clId="{F22CC4E1-6E32-54D0-9489-694962FCD9E1}" dt="2026-04-08T19:13:56.312" v="664" actId="1076"/>
          <ac:spMkLst>
            <pc:docMk/>
            <pc:sldMk cId="0" sldId="273"/>
            <ac:spMk id="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13:56.312" v="664" actId="1076"/>
          <ac:spMkLst>
            <pc:docMk/>
            <pc:sldMk cId="0" sldId="273"/>
            <ac:spMk id="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13:56.312" v="664" actId="1076"/>
          <ac:spMkLst>
            <pc:docMk/>
            <pc:sldMk cId="0" sldId="273"/>
            <ac:spMk id="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13:56.312" v="664" actId="1076"/>
          <ac:spMkLst>
            <pc:docMk/>
            <pc:sldMk cId="0" sldId="273"/>
            <ac:spMk id="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13:56.312" v="664" actId="1076"/>
          <ac:spMkLst>
            <pc:docMk/>
            <pc:sldMk cId="0" sldId="273"/>
            <ac:spMk id="8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13:56.312" v="664" actId="1076"/>
          <ac:spMkLst>
            <pc:docMk/>
            <pc:sldMk cId="0" sldId="273"/>
            <ac:spMk id="9" creationId="{00000000-0000-0000-0000-000000000000}"/>
          </ac:spMkLst>
        </pc:spChg>
        <pc:picChg chg="add del">
          <ac:chgData name="Saha, Soumyadeep" userId="a299a714-5d9f-475e-951f-04612a618351" providerId="ADAL" clId="{F22CC4E1-6E32-54D0-9489-694962FCD9E1}" dt="2026-04-08T19:13:22.588" v="659" actId="478"/>
          <ac:picMkLst>
            <pc:docMk/>
            <pc:sldMk cId="0" sldId="273"/>
            <ac:picMk id="3" creationId="{00000000-0000-0000-0000-000000000000}"/>
          </ac:picMkLst>
        </pc:picChg>
        <pc:picChg chg="add mod">
          <ac:chgData name="Saha, Soumyadeep" userId="a299a714-5d9f-475e-951f-04612a618351" providerId="ADAL" clId="{F22CC4E1-6E32-54D0-9489-694962FCD9E1}" dt="2026-04-08T19:12:58.426" v="657"/>
          <ac:picMkLst>
            <pc:docMk/>
            <pc:sldMk cId="0" sldId="273"/>
            <ac:picMk id="10" creationId="{BFDE82DF-60F8-97E2-7DE1-4BA1F72A574F}"/>
          </ac:picMkLst>
        </pc:picChg>
        <pc:picChg chg="add mod">
          <ac:chgData name="Saha, Soumyadeep" userId="a299a714-5d9f-475e-951f-04612a618351" providerId="ADAL" clId="{F22CC4E1-6E32-54D0-9489-694962FCD9E1}" dt="2026-04-08T19:14:05.502" v="666" actId="14100"/>
          <ac:picMkLst>
            <pc:docMk/>
            <pc:sldMk cId="0" sldId="273"/>
            <ac:picMk id="11" creationId="{DF987742-4236-9929-E68D-6C0FEBDBBED4}"/>
          </ac:picMkLst>
        </pc:picChg>
      </pc:sldChg>
      <pc:sldChg chg="addSp delSp modSp add mod setBg">
        <pc:chgData name="Saha, Soumyadeep" userId="a299a714-5d9f-475e-951f-04612a618351" providerId="ADAL" clId="{F22CC4E1-6E32-54D0-9489-694962FCD9E1}" dt="2026-04-08T17:48:53.944" v="139" actId="14100"/>
        <pc:sldMkLst>
          <pc:docMk/>
          <pc:sldMk cId="0" sldId="274"/>
        </pc:sldMkLst>
        <pc:spChg chg="del">
          <ac:chgData name="Saha, Soumyadeep" userId="a299a714-5d9f-475e-951f-04612a618351" providerId="ADAL" clId="{F22CC4E1-6E32-54D0-9489-694962FCD9E1}" dt="2026-04-08T17:48:38.837" v="135" actId="478"/>
          <ac:spMkLst>
            <pc:docMk/>
            <pc:sldMk cId="0" sldId="274"/>
            <ac:spMk id="4" creationId="{00000000-0000-0000-0000-000000000000}"/>
          </ac:spMkLst>
        </pc:spChg>
        <pc:spChg chg="del">
          <ac:chgData name="Saha, Soumyadeep" userId="a299a714-5d9f-475e-951f-04612a618351" providerId="ADAL" clId="{F22CC4E1-6E32-54D0-9489-694962FCD9E1}" dt="2026-04-08T17:48:42.131" v="136" actId="478"/>
          <ac:spMkLst>
            <pc:docMk/>
            <pc:sldMk cId="0" sldId="274"/>
            <ac:spMk id="5" creationId="{00000000-0000-0000-0000-000000000000}"/>
          </ac:spMkLst>
        </pc:spChg>
        <pc:picChg chg="add del">
          <ac:chgData name="Saha, Soumyadeep" userId="a299a714-5d9f-475e-951f-04612a618351" providerId="ADAL" clId="{F22CC4E1-6E32-54D0-9489-694962FCD9E1}" dt="2026-04-08T17:48:32.972" v="132" actId="478"/>
          <ac:picMkLst>
            <pc:docMk/>
            <pc:sldMk cId="0" sldId="274"/>
            <ac:picMk id="3" creationId="{00000000-0000-0000-0000-000000000000}"/>
          </ac:picMkLst>
        </pc:picChg>
        <pc:picChg chg="add mod">
          <ac:chgData name="Saha, Soumyadeep" userId="a299a714-5d9f-475e-951f-04612a618351" providerId="ADAL" clId="{F22CC4E1-6E32-54D0-9489-694962FCD9E1}" dt="2026-04-08T17:48:53.944" v="139" actId="14100"/>
          <ac:picMkLst>
            <pc:docMk/>
            <pc:sldMk cId="0" sldId="274"/>
            <ac:picMk id="6" creationId="{DCF97375-AB1E-BC19-CCC4-8E97754B34DF}"/>
          </ac:picMkLst>
        </pc:picChg>
      </pc:sldChg>
      <pc:sldChg chg="modSp add mod setBg">
        <pc:chgData name="Saha, Soumyadeep" userId="a299a714-5d9f-475e-951f-04612a618351" providerId="ADAL" clId="{F22CC4E1-6E32-54D0-9489-694962FCD9E1}" dt="2026-04-08T20:01:13.381" v="895" actId="207"/>
        <pc:sldMkLst>
          <pc:docMk/>
          <pc:sldMk cId="0" sldId="275"/>
        </pc:sldMkLst>
        <pc:spChg chg="mod">
          <ac:chgData name="Saha, Soumyadeep" userId="a299a714-5d9f-475e-951f-04612a618351" providerId="ADAL" clId="{F22CC4E1-6E32-54D0-9489-694962FCD9E1}" dt="2026-04-08T17:50:05.431" v="144" actId="207"/>
          <ac:spMkLst>
            <pc:docMk/>
            <pc:sldMk cId="0" sldId="275"/>
            <ac:spMk id="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1:06.459" v="892" actId="207"/>
          <ac:spMkLst>
            <pc:docMk/>
            <pc:sldMk cId="0" sldId="275"/>
            <ac:spMk id="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0:08.891" v="146" actId="207"/>
          <ac:spMkLst>
            <pc:docMk/>
            <pc:sldMk cId="0" sldId="275"/>
            <ac:spMk id="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1:08.913" v="893" actId="207"/>
          <ac:spMkLst>
            <pc:docMk/>
            <pc:sldMk cId="0" sldId="275"/>
            <ac:spMk id="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0:17.099" v="148" actId="207"/>
          <ac:spMkLst>
            <pc:docMk/>
            <pc:sldMk cId="0" sldId="275"/>
            <ac:spMk id="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1:11.040" v="894" actId="207"/>
          <ac:spMkLst>
            <pc:docMk/>
            <pc:sldMk cId="0" sldId="275"/>
            <ac:spMk id="8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0:28.907" v="150" actId="207"/>
          <ac:spMkLst>
            <pc:docMk/>
            <pc:sldMk cId="0" sldId="275"/>
            <ac:spMk id="9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1:13.381" v="895" actId="207"/>
          <ac:spMkLst>
            <pc:docMk/>
            <pc:sldMk cId="0" sldId="275"/>
            <ac:spMk id="10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3:19.803" v="152" actId="207"/>
          <ac:spMkLst>
            <pc:docMk/>
            <pc:sldMk cId="0" sldId="275"/>
            <ac:spMk id="22" creationId="{00000000-0000-0000-0000-000000000000}"/>
          </ac:spMkLst>
        </pc:spChg>
      </pc:sldChg>
      <pc:sldChg chg="modSp add mod setBg">
        <pc:chgData name="Saha, Soumyadeep" userId="a299a714-5d9f-475e-951f-04612a618351" providerId="ADAL" clId="{F22CC4E1-6E32-54D0-9489-694962FCD9E1}" dt="2026-04-08T19:15:59.629" v="697" actId="113"/>
        <pc:sldMkLst>
          <pc:docMk/>
          <pc:sldMk cId="0" sldId="276"/>
        </pc:sldMkLst>
        <pc:spChg chg="mod">
          <ac:chgData name="Saha, Soumyadeep" userId="a299a714-5d9f-475e-951f-04612a618351" providerId="ADAL" clId="{F22CC4E1-6E32-54D0-9489-694962FCD9E1}" dt="2026-04-08T19:15:36.235" v="692" actId="14100"/>
          <ac:spMkLst>
            <pc:docMk/>
            <pc:sldMk cId="0" sldId="276"/>
            <ac:spMk id="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15:41.886" v="693" actId="14100"/>
          <ac:spMkLst>
            <pc:docMk/>
            <pc:sldMk cId="0" sldId="276"/>
            <ac:spMk id="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15:20.157" v="689" actId="1076"/>
          <ac:spMkLst>
            <pc:docMk/>
            <pc:sldMk cId="0" sldId="276"/>
            <ac:spMk id="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15:59.629" v="697" actId="113"/>
          <ac:spMkLst>
            <pc:docMk/>
            <pc:sldMk cId="0" sldId="276"/>
            <ac:spMk id="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5:18.856" v="168" actId="207"/>
          <ac:spMkLst>
            <pc:docMk/>
            <pc:sldMk cId="0" sldId="276"/>
            <ac:spMk id="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5:23.804" v="170" actId="207"/>
          <ac:spMkLst>
            <pc:docMk/>
            <pc:sldMk cId="0" sldId="276"/>
            <ac:spMk id="9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5:27.912" v="172" actId="207"/>
          <ac:spMkLst>
            <pc:docMk/>
            <pc:sldMk cId="0" sldId="276"/>
            <ac:spMk id="11" creationId="{00000000-0000-0000-0000-000000000000}"/>
          </ac:spMkLst>
        </pc:spChg>
      </pc:sldChg>
      <pc:sldChg chg="modSp add mod setBg">
        <pc:chgData name="Saha, Soumyadeep" userId="a299a714-5d9f-475e-951f-04612a618351" providerId="ADAL" clId="{F22CC4E1-6E32-54D0-9489-694962FCD9E1}" dt="2026-04-08T20:02:46.959" v="897" actId="207"/>
        <pc:sldMkLst>
          <pc:docMk/>
          <pc:sldMk cId="0" sldId="277"/>
        </pc:sldMkLst>
        <pc:spChg chg="mod">
          <ac:chgData name="Saha, Soumyadeep" userId="a299a714-5d9f-475e-951f-04612a618351" providerId="ADAL" clId="{F22CC4E1-6E32-54D0-9489-694962FCD9E1}" dt="2026-04-08T17:57:01.090" v="178" actId="207"/>
          <ac:spMkLst>
            <pc:docMk/>
            <pc:sldMk cId="0" sldId="277"/>
            <ac:spMk id="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7:05.597" v="180" actId="207"/>
          <ac:spMkLst>
            <pc:docMk/>
            <pc:sldMk cId="0" sldId="277"/>
            <ac:spMk id="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7:10.300" v="182" actId="207"/>
          <ac:spMkLst>
            <pc:docMk/>
            <pc:sldMk cId="0" sldId="277"/>
            <ac:spMk id="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2:42.744" v="896" actId="207"/>
          <ac:spMkLst>
            <pc:docMk/>
            <pc:sldMk cId="0" sldId="277"/>
            <ac:spMk id="8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7:16.835" v="184" actId="207"/>
          <ac:spMkLst>
            <pc:docMk/>
            <pc:sldMk cId="0" sldId="277"/>
            <ac:spMk id="11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7:22.097" v="186" actId="207"/>
          <ac:spMkLst>
            <pc:docMk/>
            <pc:sldMk cId="0" sldId="277"/>
            <ac:spMk id="1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7:36.153" v="188" actId="207"/>
          <ac:spMkLst>
            <pc:docMk/>
            <pc:sldMk cId="0" sldId="277"/>
            <ac:spMk id="1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2:46.959" v="897" actId="207"/>
          <ac:spMkLst>
            <pc:docMk/>
            <pc:sldMk cId="0" sldId="277"/>
            <ac:spMk id="1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7:39.664" v="190" actId="207"/>
          <ac:spMkLst>
            <pc:docMk/>
            <pc:sldMk cId="0" sldId="277"/>
            <ac:spMk id="1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7:42.710" v="192" actId="207"/>
          <ac:spMkLst>
            <pc:docMk/>
            <pc:sldMk cId="0" sldId="277"/>
            <ac:spMk id="19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7:48.220" v="194" actId="207"/>
          <ac:spMkLst>
            <pc:docMk/>
            <pc:sldMk cId="0" sldId="277"/>
            <ac:spMk id="22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8:24.081" v="197" actId="207"/>
          <ac:spMkLst>
            <pc:docMk/>
            <pc:sldMk cId="0" sldId="277"/>
            <ac:spMk id="25" creationId="{00000000-0000-0000-0000-000000000000}"/>
          </ac:spMkLst>
        </pc:spChg>
      </pc:sldChg>
      <pc:sldChg chg="modSp add mod setBg">
        <pc:chgData name="Saha, Soumyadeep" userId="a299a714-5d9f-475e-951f-04612a618351" providerId="ADAL" clId="{F22CC4E1-6E32-54D0-9489-694962FCD9E1}" dt="2026-04-08T20:03:23.004" v="906" actId="20577"/>
        <pc:sldMkLst>
          <pc:docMk/>
          <pc:sldMk cId="0" sldId="278"/>
        </pc:sldMkLst>
        <pc:spChg chg="mod">
          <ac:chgData name="Saha, Soumyadeep" userId="a299a714-5d9f-475e-951f-04612a618351" providerId="ADAL" clId="{F22CC4E1-6E32-54D0-9489-694962FCD9E1}" dt="2026-04-08T17:59:00.979" v="202" actId="207"/>
          <ac:spMkLst>
            <pc:docMk/>
            <pc:sldMk cId="0" sldId="278"/>
            <ac:spMk id="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3:20.383" v="904" actId="20577"/>
          <ac:spMkLst>
            <pc:docMk/>
            <pc:sldMk cId="0" sldId="278"/>
            <ac:spMk id="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9:05.015" v="204" actId="207"/>
          <ac:spMkLst>
            <pc:docMk/>
            <pc:sldMk cId="0" sldId="278"/>
            <ac:spMk id="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3:23.004" v="906" actId="20577"/>
          <ac:spMkLst>
            <pc:docMk/>
            <pc:sldMk cId="0" sldId="278"/>
            <ac:spMk id="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9:11.282" v="206" actId="207"/>
          <ac:spMkLst>
            <pc:docMk/>
            <pc:sldMk cId="0" sldId="278"/>
            <ac:spMk id="8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9:16.546" v="208" actId="207"/>
          <ac:spMkLst>
            <pc:docMk/>
            <pc:sldMk cId="0" sldId="278"/>
            <ac:spMk id="10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9:22.670" v="210" actId="207"/>
          <ac:spMkLst>
            <pc:docMk/>
            <pc:sldMk cId="0" sldId="278"/>
            <ac:spMk id="12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7:59:33.584" v="212" actId="207"/>
          <ac:spMkLst>
            <pc:docMk/>
            <pc:sldMk cId="0" sldId="278"/>
            <ac:spMk id="1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07:25.677" v="215" actId="207"/>
          <ac:spMkLst>
            <pc:docMk/>
            <pc:sldMk cId="0" sldId="278"/>
            <ac:spMk id="15" creationId="{00000000-0000-0000-0000-000000000000}"/>
          </ac:spMkLst>
        </pc:spChg>
      </pc:sldChg>
      <pc:sldChg chg="modSp add mod setBg">
        <pc:chgData name="Saha, Soumyadeep" userId="a299a714-5d9f-475e-951f-04612a618351" providerId="ADAL" clId="{F22CC4E1-6E32-54D0-9489-694962FCD9E1}" dt="2026-04-08T19:34:40.207" v="782" actId="207"/>
        <pc:sldMkLst>
          <pc:docMk/>
          <pc:sldMk cId="0" sldId="279"/>
        </pc:sldMkLst>
        <pc:spChg chg="mod">
          <ac:chgData name="Saha, Soumyadeep" userId="a299a714-5d9f-475e-951f-04612a618351" providerId="ADAL" clId="{F22CC4E1-6E32-54D0-9489-694962FCD9E1}" dt="2026-04-08T18:09:17.634" v="235" actId="207"/>
          <ac:spMkLst>
            <pc:docMk/>
            <pc:sldMk cId="0" sldId="279"/>
            <ac:spMk id="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09:21.648" v="237" actId="207"/>
          <ac:spMkLst>
            <pc:docMk/>
            <pc:sldMk cId="0" sldId="279"/>
            <ac:spMk id="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09:25.016" v="239" actId="207"/>
          <ac:spMkLst>
            <pc:docMk/>
            <pc:sldMk cId="0" sldId="279"/>
            <ac:spMk id="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09:29.003" v="241" actId="207"/>
          <ac:spMkLst>
            <pc:docMk/>
            <pc:sldMk cId="0" sldId="279"/>
            <ac:spMk id="9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09:35.573" v="243" actId="207"/>
          <ac:spMkLst>
            <pc:docMk/>
            <pc:sldMk cId="0" sldId="279"/>
            <ac:spMk id="12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09:46.829" v="245" actId="207"/>
          <ac:spMkLst>
            <pc:docMk/>
            <pc:sldMk cId="0" sldId="279"/>
            <ac:spMk id="1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09:56.742" v="247" actId="207"/>
          <ac:spMkLst>
            <pc:docMk/>
            <pc:sldMk cId="0" sldId="279"/>
            <ac:spMk id="1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34:40.207" v="782" actId="207"/>
          <ac:spMkLst>
            <pc:docMk/>
            <pc:sldMk cId="0" sldId="279"/>
            <ac:spMk id="1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15:49.705" v="250" actId="113"/>
          <ac:spMkLst>
            <pc:docMk/>
            <pc:sldMk cId="0" sldId="279"/>
            <ac:spMk id="17" creationId="{00000000-0000-0000-0000-000000000000}"/>
          </ac:spMkLst>
        </pc:spChg>
      </pc:sldChg>
      <pc:sldChg chg="addSp delSp modSp add mod setBg">
        <pc:chgData name="Saha, Soumyadeep" userId="a299a714-5d9f-475e-951f-04612a618351" providerId="ADAL" clId="{F22CC4E1-6E32-54D0-9489-694962FCD9E1}" dt="2026-04-08T20:04:23.781" v="908" actId="1076"/>
        <pc:sldMkLst>
          <pc:docMk/>
          <pc:sldMk cId="0" sldId="280"/>
        </pc:sldMkLst>
        <pc:spChg chg="mod">
          <ac:chgData name="Saha, Soumyadeep" userId="a299a714-5d9f-475e-951f-04612a618351" providerId="ADAL" clId="{F22CC4E1-6E32-54D0-9489-694962FCD9E1}" dt="2026-04-08T19:16:22.369" v="701" actId="207"/>
          <ac:spMkLst>
            <pc:docMk/>
            <pc:sldMk cId="0" sldId="280"/>
            <ac:spMk id="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4:19.664" v="907" actId="1076"/>
          <ac:spMkLst>
            <pc:docMk/>
            <pc:sldMk cId="0" sldId="280"/>
            <ac:spMk id="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4:19.664" v="907" actId="1076"/>
          <ac:spMkLst>
            <pc:docMk/>
            <pc:sldMk cId="0" sldId="280"/>
            <ac:spMk id="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4:19.664" v="907" actId="1076"/>
          <ac:spMkLst>
            <pc:docMk/>
            <pc:sldMk cId="0" sldId="280"/>
            <ac:spMk id="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4:19.664" v="907" actId="1076"/>
          <ac:spMkLst>
            <pc:docMk/>
            <pc:sldMk cId="0" sldId="280"/>
            <ac:spMk id="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18:23.519" v="267" actId="1076"/>
          <ac:spMkLst>
            <pc:docMk/>
            <pc:sldMk cId="0" sldId="280"/>
            <ac:spMk id="8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4:19.664" v="907" actId="1076"/>
          <ac:spMkLst>
            <pc:docMk/>
            <pc:sldMk cId="0" sldId="280"/>
            <ac:spMk id="9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18:37.180" v="270" actId="14100"/>
          <ac:spMkLst>
            <pc:docMk/>
            <pc:sldMk cId="0" sldId="280"/>
            <ac:spMk id="10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19:10.212" v="272" actId="1076"/>
          <ac:spMkLst>
            <pc:docMk/>
            <pc:sldMk cId="0" sldId="280"/>
            <ac:spMk id="11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16:33.261" v="707" actId="207"/>
          <ac:spMkLst>
            <pc:docMk/>
            <pc:sldMk cId="0" sldId="280"/>
            <ac:spMk id="12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19:15.248" v="273" actId="14100"/>
          <ac:spMkLst>
            <pc:docMk/>
            <pc:sldMk cId="0" sldId="280"/>
            <ac:spMk id="1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4:19.664" v="907" actId="1076"/>
          <ac:spMkLst>
            <pc:docMk/>
            <pc:sldMk cId="0" sldId="280"/>
            <ac:spMk id="1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16:37.324" v="709" actId="207"/>
          <ac:spMkLst>
            <pc:docMk/>
            <pc:sldMk cId="0" sldId="280"/>
            <ac:spMk id="1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17:32.217" v="717" actId="108"/>
          <ac:spMkLst>
            <pc:docMk/>
            <pc:sldMk cId="0" sldId="280"/>
            <ac:spMk id="1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4:19.664" v="907" actId="1076"/>
          <ac:spMkLst>
            <pc:docMk/>
            <pc:sldMk cId="0" sldId="280"/>
            <ac:spMk id="1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4:19.664" v="907" actId="1076"/>
          <ac:spMkLst>
            <pc:docMk/>
            <pc:sldMk cId="0" sldId="280"/>
            <ac:spMk id="18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4:19.664" v="907" actId="1076"/>
          <ac:spMkLst>
            <pc:docMk/>
            <pc:sldMk cId="0" sldId="280"/>
            <ac:spMk id="19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20:13.488" v="285" actId="1076"/>
          <ac:spMkLst>
            <pc:docMk/>
            <pc:sldMk cId="0" sldId="280"/>
            <ac:spMk id="20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4:19.664" v="907" actId="1076"/>
          <ac:spMkLst>
            <pc:docMk/>
            <pc:sldMk cId="0" sldId="280"/>
            <ac:spMk id="21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17:45.128" v="719" actId="108"/>
          <ac:spMkLst>
            <pc:docMk/>
            <pc:sldMk cId="0" sldId="280"/>
            <ac:spMk id="22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4:23.781" v="908" actId="1076"/>
          <ac:spMkLst>
            <pc:docMk/>
            <pc:sldMk cId="0" sldId="280"/>
            <ac:spMk id="2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18:24.193" v="733" actId="1076"/>
          <ac:spMkLst>
            <pc:docMk/>
            <pc:sldMk cId="0" sldId="280"/>
            <ac:spMk id="2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18:24.193" v="733" actId="1076"/>
          <ac:spMkLst>
            <pc:docMk/>
            <pc:sldMk cId="0" sldId="280"/>
            <ac:spMk id="25" creationId="{00000000-0000-0000-0000-000000000000}"/>
          </ac:spMkLst>
        </pc:spChg>
        <pc:spChg chg="add del mod">
          <ac:chgData name="Saha, Soumyadeep" userId="a299a714-5d9f-475e-951f-04612a618351" providerId="ADAL" clId="{F22CC4E1-6E32-54D0-9489-694962FCD9E1}" dt="2026-04-08T18:21:47.553" v="315"/>
          <ac:spMkLst>
            <pc:docMk/>
            <pc:sldMk cId="0" sldId="280"/>
            <ac:spMk id="27" creationId="{D10677E9-59B4-42EC-E3E2-6FAE373A7D16}"/>
          </ac:spMkLst>
        </pc:spChg>
        <pc:spChg chg="add del mod">
          <ac:chgData name="Saha, Soumyadeep" userId="a299a714-5d9f-475e-951f-04612a618351" providerId="ADAL" clId="{F22CC4E1-6E32-54D0-9489-694962FCD9E1}" dt="2026-04-08T18:21:49.396" v="318"/>
          <ac:spMkLst>
            <pc:docMk/>
            <pc:sldMk cId="0" sldId="280"/>
            <ac:spMk id="28" creationId="{D619C463-FAF7-F9A7-0631-40BA25E19E2B}"/>
          </ac:spMkLst>
        </pc:spChg>
      </pc:sldChg>
      <pc:sldChg chg="modSp add mod setBg">
        <pc:chgData name="Saha, Soumyadeep" userId="a299a714-5d9f-475e-951f-04612a618351" providerId="ADAL" clId="{F22CC4E1-6E32-54D0-9489-694962FCD9E1}" dt="2026-04-08T20:05:28.554" v="912" actId="20577"/>
        <pc:sldMkLst>
          <pc:docMk/>
          <pc:sldMk cId="0" sldId="281"/>
        </pc:sldMkLst>
        <pc:spChg chg="mod">
          <ac:chgData name="Saha, Soumyadeep" userId="a299a714-5d9f-475e-951f-04612a618351" providerId="ADAL" clId="{F22CC4E1-6E32-54D0-9489-694962FCD9E1}" dt="2026-04-08T18:22:24.606" v="321" actId="207"/>
          <ac:spMkLst>
            <pc:docMk/>
            <pc:sldMk cId="0" sldId="281"/>
            <ac:spMk id="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22:30.046" v="323" actId="207"/>
          <ac:spMkLst>
            <pc:docMk/>
            <pc:sldMk cId="0" sldId="281"/>
            <ac:spMk id="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22:41.958" v="325" actId="207"/>
          <ac:spMkLst>
            <pc:docMk/>
            <pc:sldMk cId="0" sldId="281"/>
            <ac:spMk id="8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22:46.900" v="327" actId="207"/>
          <ac:spMkLst>
            <pc:docMk/>
            <pc:sldMk cId="0" sldId="281"/>
            <ac:spMk id="11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22:52.873" v="329" actId="207"/>
          <ac:spMkLst>
            <pc:docMk/>
            <pc:sldMk cId="0" sldId="281"/>
            <ac:spMk id="1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23:50.527" v="342" actId="207"/>
          <ac:spMkLst>
            <pc:docMk/>
            <pc:sldMk cId="0" sldId="281"/>
            <ac:spMk id="1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5:28.554" v="912" actId="20577"/>
          <ac:spMkLst>
            <pc:docMk/>
            <pc:sldMk cId="0" sldId="281"/>
            <ac:spMk id="18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23:42.569" v="340" actId="207"/>
          <ac:spMkLst>
            <pc:docMk/>
            <pc:sldMk cId="0" sldId="281"/>
            <ac:spMk id="19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20:05:04.795" v="909" actId="207"/>
          <ac:spMkLst>
            <pc:docMk/>
            <pc:sldMk cId="0" sldId="281"/>
            <ac:spMk id="20" creationId="{00000000-0000-0000-0000-000000000000}"/>
          </ac:spMkLst>
        </pc:spChg>
      </pc:sldChg>
      <pc:sldChg chg="modSp add mod setBg">
        <pc:chgData name="Saha, Soumyadeep" userId="a299a714-5d9f-475e-951f-04612a618351" providerId="ADAL" clId="{F22CC4E1-6E32-54D0-9489-694962FCD9E1}" dt="2026-04-08T19:31:06.151" v="747" actId="108"/>
        <pc:sldMkLst>
          <pc:docMk/>
          <pc:sldMk cId="0" sldId="282"/>
        </pc:sldMkLst>
        <pc:spChg chg="mod">
          <ac:chgData name="Saha, Soumyadeep" userId="a299a714-5d9f-475e-951f-04612a618351" providerId="ADAL" clId="{F22CC4E1-6E32-54D0-9489-694962FCD9E1}" dt="2026-04-08T19:30:57.556" v="746" actId="1076"/>
          <ac:spMkLst>
            <pc:docMk/>
            <pc:sldMk cId="0" sldId="282"/>
            <ac:spMk id="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9:31:06.151" v="747" actId="108"/>
          <ac:spMkLst>
            <pc:docMk/>
            <pc:sldMk cId="0" sldId="282"/>
            <ac:spMk id="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25:11.943" v="360" actId="207"/>
          <ac:spMkLst>
            <pc:docMk/>
            <pc:sldMk cId="0" sldId="282"/>
            <ac:spMk id="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25:34.036" v="362" actId="113"/>
          <ac:spMkLst>
            <pc:docMk/>
            <pc:sldMk cId="0" sldId="282"/>
            <ac:spMk id="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24:52.398" v="355" actId="20577"/>
          <ac:spMkLst>
            <pc:docMk/>
            <pc:sldMk cId="0" sldId="282"/>
            <ac:spMk id="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25:01.996" v="357" actId="1076"/>
          <ac:spMkLst>
            <pc:docMk/>
            <pc:sldMk cId="0" sldId="282"/>
            <ac:spMk id="8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24:59.224" v="356" actId="1076"/>
          <ac:spMkLst>
            <pc:docMk/>
            <pc:sldMk cId="0" sldId="282"/>
            <ac:spMk id="9" creationId="{00000000-0000-0000-0000-000000000000}"/>
          </ac:spMkLst>
        </pc:spChg>
      </pc:sldChg>
      <pc:sldChg chg="addSp delSp modSp add mod setBg">
        <pc:chgData name="Saha, Soumyadeep" userId="a299a714-5d9f-475e-951f-04612a618351" providerId="ADAL" clId="{F22CC4E1-6E32-54D0-9489-694962FCD9E1}" dt="2026-04-08T18:28:01.008" v="381" actId="1076"/>
        <pc:sldMkLst>
          <pc:docMk/>
          <pc:sldMk cId="0" sldId="283"/>
        </pc:sldMkLst>
        <pc:spChg chg="del">
          <ac:chgData name="Saha, Soumyadeep" userId="a299a714-5d9f-475e-951f-04612a618351" providerId="ADAL" clId="{F22CC4E1-6E32-54D0-9489-694962FCD9E1}" dt="2026-04-08T18:27:21.974" v="367" actId="478"/>
          <ac:spMkLst>
            <pc:docMk/>
            <pc:sldMk cId="0" sldId="283"/>
            <ac:spMk id="1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27:26.516" v="369" actId="20577"/>
          <ac:spMkLst>
            <pc:docMk/>
            <pc:sldMk cId="0" sldId="283"/>
            <ac:spMk id="16" creationId="{00000000-0000-0000-0000-000000000000}"/>
          </ac:spMkLst>
        </pc:spChg>
        <pc:spChg chg="del">
          <ac:chgData name="Saha, Soumyadeep" userId="a299a714-5d9f-475e-951f-04612a618351" providerId="ADAL" clId="{F22CC4E1-6E32-54D0-9489-694962FCD9E1}" dt="2026-04-08T18:27:48.648" v="377" actId="478"/>
          <ac:spMkLst>
            <pc:docMk/>
            <pc:sldMk cId="0" sldId="283"/>
            <ac:spMk id="17" creationId="{00000000-0000-0000-0000-000000000000}"/>
          </ac:spMkLst>
        </pc:spChg>
        <pc:picChg chg="add mod">
          <ac:chgData name="Saha, Soumyadeep" userId="a299a714-5d9f-475e-951f-04612a618351" providerId="ADAL" clId="{F22CC4E1-6E32-54D0-9489-694962FCD9E1}" dt="2026-04-08T18:28:01.008" v="381" actId="1076"/>
          <ac:picMkLst>
            <pc:docMk/>
            <pc:sldMk cId="0" sldId="283"/>
            <ac:picMk id="18" creationId="{FF1C9418-F9D8-64A2-022F-3C3FD840E011}"/>
          </ac:picMkLst>
        </pc:picChg>
      </pc:sldChg>
      <pc:sldChg chg="addSp delSp modSp add mod setBg">
        <pc:chgData name="Saha, Soumyadeep" userId="a299a714-5d9f-475e-951f-04612a618351" providerId="ADAL" clId="{F22CC4E1-6E32-54D0-9489-694962FCD9E1}" dt="2026-04-08T19:37:08.048" v="792"/>
        <pc:sldMkLst>
          <pc:docMk/>
          <pc:sldMk cId="0" sldId="284"/>
        </pc:sldMkLst>
        <pc:spChg chg="mod">
          <ac:chgData name="Saha, Soumyadeep" userId="a299a714-5d9f-475e-951f-04612a618351" providerId="ADAL" clId="{F22CC4E1-6E32-54D0-9489-694962FCD9E1}" dt="2026-04-08T18:31:28.240" v="414" actId="1076"/>
          <ac:spMkLst>
            <pc:docMk/>
            <pc:sldMk cId="0" sldId="284"/>
            <ac:spMk id="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31:28.240" v="414" actId="1076"/>
          <ac:spMkLst>
            <pc:docMk/>
            <pc:sldMk cId="0" sldId="284"/>
            <ac:spMk id="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31:28.240" v="414" actId="1076"/>
          <ac:spMkLst>
            <pc:docMk/>
            <pc:sldMk cId="0" sldId="284"/>
            <ac:spMk id="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31:28.240" v="414" actId="1076"/>
          <ac:spMkLst>
            <pc:docMk/>
            <pc:sldMk cId="0" sldId="284"/>
            <ac:spMk id="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31:16.694" v="413" actId="1076"/>
          <ac:spMkLst>
            <pc:docMk/>
            <pc:sldMk cId="0" sldId="284"/>
            <ac:spMk id="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31:16.694" v="413" actId="1076"/>
          <ac:spMkLst>
            <pc:docMk/>
            <pc:sldMk cId="0" sldId="284"/>
            <ac:spMk id="8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31:16.694" v="413" actId="1076"/>
          <ac:spMkLst>
            <pc:docMk/>
            <pc:sldMk cId="0" sldId="284"/>
            <ac:spMk id="9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31:16.694" v="413" actId="1076"/>
          <ac:spMkLst>
            <pc:docMk/>
            <pc:sldMk cId="0" sldId="284"/>
            <ac:spMk id="10" creationId="{00000000-0000-0000-0000-000000000000}"/>
          </ac:spMkLst>
        </pc:spChg>
        <pc:spChg chg="del mod">
          <ac:chgData name="Saha, Soumyadeep" userId="a299a714-5d9f-475e-951f-04612a618351" providerId="ADAL" clId="{F22CC4E1-6E32-54D0-9489-694962FCD9E1}" dt="2026-04-08T19:36:49.090" v="785" actId="478"/>
          <ac:spMkLst>
            <pc:docMk/>
            <pc:sldMk cId="0" sldId="284"/>
            <ac:spMk id="11" creationId="{00000000-0000-0000-0000-000000000000}"/>
          </ac:spMkLst>
        </pc:spChg>
        <pc:spChg chg="del mod">
          <ac:chgData name="Saha, Soumyadeep" userId="a299a714-5d9f-475e-951f-04612a618351" providerId="ADAL" clId="{F22CC4E1-6E32-54D0-9489-694962FCD9E1}" dt="2026-04-08T19:36:51.823" v="786" actId="478"/>
          <ac:spMkLst>
            <pc:docMk/>
            <pc:sldMk cId="0" sldId="284"/>
            <ac:spMk id="12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30:59.437" v="411" actId="1076"/>
          <ac:spMkLst>
            <pc:docMk/>
            <pc:sldMk cId="0" sldId="284"/>
            <ac:spMk id="1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31:03.311" v="412" actId="1076"/>
          <ac:spMkLst>
            <pc:docMk/>
            <pc:sldMk cId="0" sldId="284"/>
            <ac:spMk id="14" creationId="{00000000-0000-0000-0000-000000000000}"/>
          </ac:spMkLst>
        </pc:spChg>
        <pc:spChg chg="del">
          <ac:chgData name="Saha, Soumyadeep" userId="a299a714-5d9f-475e-951f-04612a618351" providerId="ADAL" clId="{F22CC4E1-6E32-54D0-9489-694962FCD9E1}" dt="2026-04-08T18:30:47.615" v="409" actId="478"/>
          <ac:spMkLst>
            <pc:docMk/>
            <pc:sldMk cId="0" sldId="284"/>
            <ac:spMk id="15" creationId="{00000000-0000-0000-0000-000000000000}"/>
          </ac:spMkLst>
        </pc:spChg>
        <pc:spChg chg="del">
          <ac:chgData name="Saha, Soumyadeep" userId="a299a714-5d9f-475e-951f-04612a618351" providerId="ADAL" clId="{F22CC4E1-6E32-54D0-9489-694962FCD9E1}" dt="2026-04-08T18:30:47.615" v="409" actId="478"/>
          <ac:spMkLst>
            <pc:docMk/>
            <pc:sldMk cId="0" sldId="284"/>
            <ac:spMk id="16" creationId="{00000000-0000-0000-0000-000000000000}"/>
          </ac:spMkLst>
        </pc:spChg>
        <pc:spChg chg="del">
          <ac:chgData name="Saha, Soumyadeep" userId="a299a714-5d9f-475e-951f-04612a618351" providerId="ADAL" clId="{F22CC4E1-6E32-54D0-9489-694962FCD9E1}" dt="2026-04-08T18:30:47.615" v="409" actId="478"/>
          <ac:spMkLst>
            <pc:docMk/>
            <pc:sldMk cId="0" sldId="284"/>
            <ac:spMk id="17" creationId="{00000000-0000-0000-0000-000000000000}"/>
          </ac:spMkLst>
        </pc:spChg>
        <pc:spChg chg="del">
          <ac:chgData name="Saha, Soumyadeep" userId="a299a714-5d9f-475e-951f-04612a618351" providerId="ADAL" clId="{F22CC4E1-6E32-54D0-9489-694962FCD9E1}" dt="2026-04-08T18:30:47.615" v="409" actId="478"/>
          <ac:spMkLst>
            <pc:docMk/>
            <pc:sldMk cId="0" sldId="284"/>
            <ac:spMk id="18" creationId="{00000000-0000-0000-0000-000000000000}"/>
          </ac:spMkLst>
        </pc:spChg>
        <pc:spChg chg="del">
          <ac:chgData name="Saha, Soumyadeep" userId="a299a714-5d9f-475e-951f-04612a618351" providerId="ADAL" clId="{F22CC4E1-6E32-54D0-9489-694962FCD9E1}" dt="2026-04-08T18:30:51.818" v="410" actId="478"/>
          <ac:spMkLst>
            <pc:docMk/>
            <pc:sldMk cId="0" sldId="284"/>
            <ac:spMk id="19" creationId="{00000000-0000-0000-0000-000000000000}"/>
          </ac:spMkLst>
        </pc:spChg>
        <pc:spChg chg="del">
          <ac:chgData name="Saha, Soumyadeep" userId="a299a714-5d9f-475e-951f-04612a618351" providerId="ADAL" clId="{F22CC4E1-6E32-54D0-9489-694962FCD9E1}" dt="2026-04-08T18:30:51.818" v="410" actId="478"/>
          <ac:spMkLst>
            <pc:docMk/>
            <pc:sldMk cId="0" sldId="284"/>
            <ac:spMk id="20" creationId="{00000000-0000-0000-0000-000000000000}"/>
          </ac:spMkLst>
        </pc:spChg>
        <pc:spChg chg="add del mod">
          <ac:chgData name="Saha, Soumyadeep" userId="a299a714-5d9f-475e-951f-04612a618351" providerId="ADAL" clId="{F22CC4E1-6E32-54D0-9489-694962FCD9E1}" dt="2026-04-08T19:37:08.048" v="792"/>
          <ac:spMkLst>
            <pc:docMk/>
            <pc:sldMk cId="0" sldId="284"/>
            <ac:spMk id="22" creationId="{28D5A6E9-FD32-4D7A-8A05-1D11E1A8B2B1}"/>
          </ac:spMkLst>
        </pc:spChg>
        <pc:picChg chg="add mod">
          <ac:chgData name="Saha, Soumyadeep" userId="a299a714-5d9f-475e-951f-04612a618351" providerId="ADAL" clId="{F22CC4E1-6E32-54D0-9489-694962FCD9E1}" dt="2026-04-08T19:37:02.128" v="789" actId="14100"/>
          <ac:picMkLst>
            <pc:docMk/>
            <pc:sldMk cId="0" sldId="284"/>
            <ac:picMk id="21" creationId="{806F4411-1B80-1BB9-6DEF-BCAF46EFD315}"/>
          </ac:picMkLst>
        </pc:picChg>
      </pc:sldChg>
      <pc:sldChg chg="addSp delSp modSp add mod ord setBg">
        <pc:chgData name="Saha, Soumyadeep" userId="a299a714-5d9f-475e-951f-04612a618351" providerId="ADAL" clId="{F22CC4E1-6E32-54D0-9489-694962FCD9E1}" dt="2026-04-08T18:47:23.648" v="547" actId="113"/>
        <pc:sldMkLst>
          <pc:docMk/>
          <pc:sldMk cId="0" sldId="285"/>
        </pc:sldMkLst>
        <pc:spChg chg="mod">
          <ac:chgData name="Saha, Soumyadeep" userId="a299a714-5d9f-475e-951f-04612a618351" providerId="ADAL" clId="{F22CC4E1-6E32-54D0-9489-694962FCD9E1}" dt="2026-04-08T18:32:59.089" v="426" actId="207"/>
          <ac:spMkLst>
            <pc:docMk/>
            <pc:sldMk cId="0" sldId="285"/>
            <ac:spMk id="3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46:31.543" v="515" actId="207"/>
          <ac:spMkLst>
            <pc:docMk/>
            <pc:sldMk cId="0" sldId="285"/>
            <ac:spMk id="4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36:36.708" v="505" actId="14100"/>
          <ac:spMkLst>
            <pc:docMk/>
            <pc:sldMk cId="0" sldId="285"/>
            <ac:spMk id="5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36:39.432" v="507" actId="27636"/>
          <ac:spMkLst>
            <pc:docMk/>
            <pc:sldMk cId="0" sldId="285"/>
            <ac:spMk id="6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36:54.511" v="511" actId="1076"/>
          <ac:spMkLst>
            <pc:docMk/>
            <pc:sldMk cId="0" sldId="285"/>
            <ac:spMk id="7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36:46.037" v="508" actId="14100"/>
          <ac:spMkLst>
            <pc:docMk/>
            <pc:sldMk cId="0" sldId="285"/>
            <ac:spMk id="8" creationId="{00000000-0000-0000-0000-000000000000}"/>
          </ac:spMkLst>
        </pc:spChg>
        <pc:spChg chg="del">
          <ac:chgData name="Saha, Soumyadeep" userId="a299a714-5d9f-475e-951f-04612a618351" providerId="ADAL" clId="{F22CC4E1-6E32-54D0-9489-694962FCD9E1}" dt="2026-04-08T18:33:17.158" v="431" actId="478"/>
          <ac:spMkLst>
            <pc:docMk/>
            <pc:sldMk cId="0" sldId="285"/>
            <ac:spMk id="9" creationId="{00000000-0000-0000-0000-000000000000}"/>
          </ac:spMkLst>
        </pc:spChg>
        <pc:spChg chg="del">
          <ac:chgData name="Saha, Soumyadeep" userId="a299a714-5d9f-475e-951f-04612a618351" providerId="ADAL" clId="{F22CC4E1-6E32-54D0-9489-694962FCD9E1}" dt="2026-04-08T18:33:22.745" v="432" actId="478"/>
          <ac:spMkLst>
            <pc:docMk/>
            <pc:sldMk cId="0" sldId="285"/>
            <ac:spMk id="10" creationId="{00000000-0000-0000-0000-000000000000}"/>
          </ac:spMkLst>
        </pc:spChg>
        <pc:spChg chg="mod">
          <ac:chgData name="Saha, Soumyadeep" userId="a299a714-5d9f-475e-951f-04612a618351" providerId="ADAL" clId="{F22CC4E1-6E32-54D0-9489-694962FCD9E1}" dt="2026-04-08T18:33:30.039" v="434" actId="20577"/>
          <ac:spMkLst>
            <pc:docMk/>
            <pc:sldMk cId="0" sldId="285"/>
            <ac:spMk id="11" creationId="{00000000-0000-0000-0000-000000000000}"/>
          </ac:spMkLst>
        </pc:spChg>
        <pc:spChg chg="add mod">
          <ac:chgData name="Saha, Soumyadeep" userId="a299a714-5d9f-475e-951f-04612a618351" providerId="ADAL" clId="{F22CC4E1-6E32-54D0-9489-694962FCD9E1}" dt="2026-04-08T18:47:23.648" v="547" actId="113"/>
          <ac:spMkLst>
            <pc:docMk/>
            <pc:sldMk cId="0" sldId="285"/>
            <ac:spMk id="12" creationId="{C4A902D2-04D9-CD89-855A-092F169F2E67}"/>
          </ac:spMkLst>
        </pc:spChg>
      </pc:sldChg>
      <pc:sldChg chg="add del">
        <pc:chgData name="Saha, Soumyadeep" userId="a299a714-5d9f-475e-951f-04612a618351" providerId="ADAL" clId="{F22CC4E1-6E32-54D0-9489-694962FCD9E1}" dt="2026-04-08T18:49:38.763" v="565"/>
        <pc:sldMkLst>
          <pc:docMk/>
          <pc:sldMk cId="0" sldId="286"/>
        </pc:sldMkLst>
      </pc:sldChg>
      <pc:sldChg chg="addSp delSp modSp add mod setBg">
        <pc:chgData name="Saha, Soumyadeep" userId="a299a714-5d9f-475e-951f-04612a618351" providerId="ADAL" clId="{F22CC4E1-6E32-54D0-9489-694962FCD9E1}" dt="2026-04-08T18:53:50.496" v="644"/>
        <pc:sldMkLst>
          <pc:docMk/>
          <pc:sldMk cId="4034602758" sldId="286"/>
        </pc:sldMkLst>
        <pc:spChg chg="mod">
          <ac:chgData name="Saha, Soumyadeep" userId="a299a714-5d9f-475e-951f-04612a618351" providerId="ADAL" clId="{F22CC4E1-6E32-54D0-9489-694962FCD9E1}" dt="2026-04-08T18:49:55.664" v="580" actId="20577"/>
          <ac:spMkLst>
            <pc:docMk/>
            <pc:sldMk cId="4034602758" sldId="286"/>
            <ac:spMk id="2" creationId="{FA6B920E-049F-5437-451C-89E30486E0D1}"/>
          </ac:spMkLst>
        </pc:spChg>
        <pc:spChg chg="mod">
          <ac:chgData name="Saha, Soumyadeep" userId="a299a714-5d9f-475e-951f-04612a618351" providerId="ADAL" clId="{F22CC4E1-6E32-54D0-9489-694962FCD9E1}" dt="2026-04-08T18:53:04.909" v="633" actId="113"/>
          <ac:spMkLst>
            <pc:docMk/>
            <pc:sldMk cId="4034602758" sldId="286"/>
            <ac:spMk id="3" creationId="{1DF75BCB-2EDF-4D5A-70F7-7B4330635029}"/>
          </ac:spMkLst>
        </pc:spChg>
        <pc:spChg chg="add del mod">
          <ac:chgData name="Saha, Soumyadeep" userId="a299a714-5d9f-475e-951f-04612a618351" providerId="ADAL" clId="{F22CC4E1-6E32-54D0-9489-694962FCD9E1}" dt="2026-04-08T18:53:50.496" v="644"/>
          <ac:spMkLst>
            <pc:docMk/>
            <pc:sldMk cId="4034602758" sldId="286"/>
            <ac:spMk id="4" creationId="{49248938-CDDA-222D-450B-B50691ADCA69}"/>
          </ac:spMkLst>
        </pc:spChg>
      </pc:sldChg>
      <pc:sldChg chg="addSp delSp modSp add mod ord setBg">
        <pc:chgData name="Saha, Soumyadeep" userId="a299a714-5d9f-475e-951f-04612a618351" providerId="ADAL" clId="{F22CC4E1-6E32-54D0-9489-694962FCD9E1}" dt="2026-04-08T19:42:16.419" v="855" actId="27636"/>
        <pc:sldMkLst>
          <pc:docMk/>
          <pc:sldMk cId="438291338" sldId="287"/>
        </pc:sldMkLst>
        <pc:spChg chg="del mod">
          <ac:chgData name="Saha, Soumyadeep" userId="a299a714-5d9f-475e-951f-04612a618351" providerId="ADAL" clId="{F22CC4E1-6E32-54D0-9489-694962FCD9E1}" dt="2026-04-08T19:39:34.922" v="819" actId="478"/>
          <ac:spMkLst>
            <pc:docMk/>
            <pc:sldMk cId="438291338" sldId="287"/>
            <ac:spMk id="2" creationId="{7F4AE07B-BBDF-752A-14A3-715D377306B5}"/>
          </ac:spMkLst>
        </pc:spChg>
        <pc:spChg chg="del">
          <ac:chgData name="Saha, Soumyadeep" userId="a299a714-5d9f-475e-951f-04612a618351" providerId="ADAL" clId="{F22CC4E1-6E32-54D0-9489-694962FCD9E1}" dt="2026-04-08T19:38:20.745" v="808" actId="478"/>
          <ac:spMkLst>
            <pc:docMk/>
            <pc:sldMk cId="438291338" sldId="287"/>
            <ac:spMk id="3" creationId="{6C226C7C-4983-F00E-C893-D385A99831D5}"/>
          </ac:spMkLst>
        </pc:spChg>
        <pc:spChg chg="del">
          <ac:chgData name="Saha, Soumyadeep" userId="a299a714-5d9f-475e-951f-04612a618351" providerId="ADAL" clId="{F22CC4E1-6E32-54D0-9489-694962FCD9E1}" dt="2026-04-08T19:38:20.745" v="808" actId="478"/>
          <ac:spMkLst>
            <pc:docMk/>
            <pc:sldMk cId="438291338" sldId="287"/>
            <ac:spMk id="4" creationId="{F4199B5A-08CA-7FE2-43E7-5DBC94C112B0}"/>
          </ac:spMkLst>
        </pc:spChg>
        <pc:spChg chg="del">
          <ac:chgData name="Saha, Soumyadeep" userId="a299a714-5d9f-475e-951f-04612a618351" providerId="ADAL" clId="{F22CC4E1-6E32-54D0-9489-694962FCD9E1}" dt="2026-04-08T19:38:20.745" v="808" actId="478"/>
          <ac:spMkLst>
            <pc:docMk/>
            <pc:sldMk cId="438291338" sldId="287"/>
            <ac:spMk id="5" creationId="{D8B80F25-B84E-193B-2679-A7232E53010A}"/>
          </ac:spMkLst>
        </pc:spChg>
        <pc:spChg chg="del">
          <ac:chgData name="Saha, Soumyadeep" userId="a299a714-5d9f-475e-951f-04612a618351" providerId="ADAL" clId="{F22CC4E1-6E32-54D0-9489-694962FCD9E1}" dt="2026-04-08T19:38:16.859" v="807" actId="478"/>
          <ac:spMkLst>
            <pc:docMk/>
            <pc:sldMk cId="438291338" sldId="287"/>
            <ac:spMk id="7" creationId="{8F904417-5DAD-BD3A-08C9-8F688D69C2D0}"/>
          </ac:spMkLst>
        </pc:spChg>
        <pc:spChg chg="del">
          <ac:chgData name="Saha, Soumyadeep" userId="a299a714-5d9f-475e-951f-04612a618351" providerId="ADAL" clId="{F22CC4E1-6E32-54D0-9489-694962FCD9E1}" dt="2026-04-08T19:38:16.859" v="807" actId="478"/>
          <ac:spMkLst>
            <pc:docMk/>
            <pc:sldMk cId="438291338" sldId="287"/>
            <ac:spMk id="8" creationId="{2E7C1D8D-D36E-890D-F916-7B2C085C35ED}"/>
          </ac:spMkLst>
        </pc:spChg>
        <pc:spChg chg="del">
          <ac:chgData name="Saha, Soumyadeep" userId="a299a714-5d9f-475e-951f-04612a618351" providerId="ADAL" clId="{F22CC4E1-6E32-54D0-9489-694962FCD9E1}" dt="2026-04-08T19:38:16.859" v="807" actId="478"/>
          <ac:spMkLst>
            <pc:docMk/>
            <pc:sldMk cId="438291338" sldId="287"/>
            <ac:spMk id="10" creationId="{AACF0778-2520-F794-B624-D084FCCD4809}"/>
          </ac:spMkLst>
        </pc:spChg>
        <pc:spChg chg="del">
          <ac:chgData name="Saha, Soumyadeep" userId="a299a714-5d9f-475e-951f-04612a618351" providerId="ADAL" clId="{F22CC4E1-6E32-54D0-9489-694962FCD9E1}" dt="2026-04-08T19:38:16.859" v="807" actId="478"/>
          <ac:spMkLst>
            <pc:docMk/>
            <pc:sldMk cId="438291338" sldId="287"/>
            <ac:spMk id="11" creationId="{097F30E7-99B7-A06F-A0A5-749DD48348F8}"/>
          </ac:spMkLst>
        </pc:spChg>
        <pc:spChg chg="del mod">
          <ac:chgData name="Saha, Soumyadeep" userId="a299a714-5d9f-475e-951f-04612a618351" providerId="ADAL" clId="{F22CC4E1-6E32-54D0-9489-694962FCD9E1}" dt="2026-04-08T19:38:16.859" v="807" actId="478"/>
          <ac:spMkLst>
            <pc:docMk/>
            <pc:sldMk cId="438291338" sldId="287"/>
            <ac:spMk id="13" creationId="{45661152-D8DC-80EC-1DEF-4F3B175CB01F}"/>
          </ac:spMkLst>
        </pc:spChg>
        <pc:spChg chg="del">
          <ac:chgData name="Saha, Soumyadeep" userId="a299a714-5d9f-475e-951f-04612a618351" providerId="ADAL" clId="{F22CC4E1-6E32-54D0-9489-694962FCD9E1}" dt="2026-04-08T19:38:20.745" v="808" actId="478"/>
          <ac:spMkLst>
            <pc:docMk/>
            <pc:sldMk cId="438291338" sldId="287"/>
            <ac:spMk id="15" creationId="{9850F1DE-458C-FCE0-0D1F-D05559E79ED4}"/>
          </ac:spMkLst>
        </pc:spChg>
        <pc:spChg chg="del">
          <ac:chgData name="Saha, Soumyadeep" userId="a299a714-5d9f-475e-951f-04612a618351" providerId="ADAL" clId="{F22CC4E1-6E32-54D0-9489-694962FCD9E1}" dt="2026-04-08T19:38:20.745" v="808" actId="478"/>
          <ac:spMkLst>
            <pc:docMk/>
            <pc:sldMk cId="438291338" sldId="287"/>
            <ac:spMk id="16" creationId="{1C88C1FB-53A0-168E-5E4C-E768656B7C3A}"/>
          </ac:spMkLst>
        </pc:spChg>
        <pc:spChg chg="del">
          <ac:chgData name="Saha, Soumyadeep" userId="a299a714-5d9f-475e-951f-04612a618351" providerId="ADAL" clId="{F22CC4E1-6E32-54D0-9489-694962FCD9E1}" dt="2026-04-08T19:38:20.745" v="808" actId="478"/>
          <ac:spMkLst>
            <pc:docMk/>
            <pc:sldMk cId="438291338" sldId="287"/>
            <ac:spMk id="17" creationId="{30F430BD-C84B-1FB5-8D68-35EA6499092B}"/>
          </ac:spMkLst>
        </pc:spChg>
        <pc:spChg chg="del">
          <ac:chgData name="Saha, Soumyadeep" userId="a299a714-5d9f-475e-951f-04612a618351" providerId="ADAL" clId="{F22CC4E1-6E32-54D0-9489-694962FCD9E1}" dt="2026-04-08T19:38:20.745" v="808" actId="478"/>
          <ac:spMkLst>
            <pc:docMk/>
            <pc:sldMk cId="438291338" sldId="287"/>
            <ac:spMk id="18" creationId="{D4420D4D-C8A2-E84E-C64C-540B840AFB89}"/>
          </ac:spMkLst>
        </pc:spChg>
        <pc:spChg chg="del">
          <ac:chgData name="Saha, Soumyadeep" userId="a299a714-5d9f-475e-951f-04612a618351" providerId="ADAL" clId="{F22CC4E1-6E32-54D0-9489-694962FCD9E1}" dt="2026-04-08T19:38:16.859" v="807" actId="478"/>
          <ac:spMkLst>
            <pc:docMk/>
            <pc:sldMk cId="438291338" sldId="287"/>
            <ac:spMk id="19" creationId="{46EF59A7-0FA6-3234-5565-30A38830F79F}"/>
          </ac:spMkLst>
        </pc:spChg>
        <pc:spChg chg="del">
          <ac:chgData name="Saha, Soumyadeep" userId="a299a714-5d9f-475e-951f-04612a618351" providerId="ADAL" clId="{F22CC4E1-6E32-54D0-9489-694962FCD9E1}" dt="2026-04-08T19:38:16.859" v="807" actId="478"/>
          <ac:spMkLst>
            <pc:docMk/>
            <pc:sldMk cId="438291338" sldId="287"/>
            <ac:spMk id="21" creationId="{FA990DDF-E048-9553-7F49-7EC6800D9A04}"/>
          </ac:spMkLst>
        </pc:spChg>
        <pc:spChg chg="del">
          <ac:chgData name="Saha, Soumyadeep" userId="a299a714-5d9f-475e-951f-04612a618351" providerId="ADAL" clId="{F22CC4E1-6E32-54D0-9489-694962FCD9E1}" dt="2026-04-08T19:38:20.745" v="808" actId="478"/>
          <ac:spMkLst>
            <pc:docMk/>
            <pc:sldMk cId="438291338" sldId="287"/>
            <ac:spMk id="22" creationId="{1336835F-0C30-5BBB-D183-E77C11BF7403}"/>
          </ac:spMkLst>
        </pc:spChg>
        <pc:spChg chg="del">
          <ac:chgData name="Saha, Soumyadeep" userId="a299a714-5d9f-475e-951f-04612a618351" providerId="ADAL" clId="{F22CC4E1-6E32-54D0-9489-694962FCD9E1}" dt="2026-04-08T19:38:16.859" v="807" actId="478"/>
          <ac:spMkLst>
            <pc:docMk/>
            <pc:sldMk cId="438291338" sldId="287"/>
            <ac:spMk id="23" creationId="{963C96C8-014B-AF6A-6449-DAAE54BF96B1}"/>
          </ac:spMkLst>
        </pc:spChg>
        <pc:spChg chg="del">
          <ac:chgData name="Saha, Soumyadeep" userId="a299a714-5d9f-475e-951f-04612a618351" providerId="ADAL" clId="{F22CC4E1-6E32-54D0-9489-694962FCD9E1}" dt="2026-04-08T19:38:16.859" v="807" actId="478"/>
          <ac:spMkLst>
            <pc:docMk/>
            <pc:sldMk cId="438291338" sldId="287"/>
            <ac:spMk id="24" creationId="{2A1E14BB-AF1E-3E34-0422-A02E77225D4D}"/>
          </ac:spMkLst>
        </pc:spChg>
        <pc:spChg chg="del">
          <ac:chgData name="Saha, Soumyadeep" userId="a299a714-5d9f-475e-951f-04612a618351" providerId="ADAL" clId="{F22CC4E1-6E32-54D0-9489-694962FCD9E1}" dt="2026-04-08T19:38:16.859" v="807" actId="478"/>
          <ac:spMkLst>
            <pc:docMk/>
            <pc:sldMk cId="438291338" sldId="287"/>
            <ac:spMk id="25" creationId="{11A48979-ED6B-3991-531A-ADA0164394A1}"/>
          </ac:spMkLst>
        </pc:spChg>
        <pc:spChg chg="del">
          <ac:chgData name="Saha, Soumyadeep" userId="a299a714-5d9f-475e-951f-04612a618351" providerId="ADAL" clId="{F22CC4E1-6E32-54D0-9489-694962FCD9E1}" dt="2026-04-08T19:38:20.745" v="808" actId="478"/>
          <ac:spMkLst>
            <pc:docMk/>
            <pc:sldMk cId="438291338" sldId="287"/>
            <ac:spMk id="26" creationId="{DA04867C-9AAC-4B34-E4C0-68D6535489E6}"/>
          </ac:spMkLst>
        </pc:spChg>
        <pc:spChg chg="del">
          <ac:chgData name="Saha, Soumyadeep" userId="a299a714-5d9f-475e-951f-04612a618351" providerId="ADAL" clId="{F22CC4E1-6E32-54D0-9489-694962FCD9E1}" dt="2026-04-08T19:38:31.300" v="811" actId="478"/>
          <ac:spMkLst>
            <pc:docMk/>
            <pc:sldMk cId="438291338" sldId="287"/>
            <ac:spMk id="27" creationId="{E2026620-E938-A1EA-7436-6ACF1357F0EA}"/>
          </ac:spMkLst>
        </pc:spChg>
        <pc:spChg chg="del">
          <ac:chgData name="Saha, Soumyadeep" userId="a299a714-5d9f-475e-951f-04612a618351" providerId="ADAL" clId="{F22CC4E1-6E32-54D0-9489-694962FCD9E1}" dt="2026-04-08T19:38:26.309" v="809" actId="478"/>
          <ac:spMkLst>
            <pc:docMk/>
            <pc:sldMk cId="438291338" sldId="287"/>
            <ac:spMk id="28" creationId="{3DCF4D94-A1AE-ADF3-CD06-14CCB2249023}"/>
          </ac:spMkLst>
        </pc:spChg>
        <pc:spChg chg="del">
          <ac:chgData name="Saha, Soumyadeep" userId="a299a714-5d9f-475e-951f-04612a618351" providerId="ADAL" clId="{F22CC4E1-6E32-54D0-9489-694962FCD9E1}" dt="2026-04-08T19:38:29.311" v="810" actId="478"/>
          <ac:spMkLst>
            <pc:docMk/>
            <pc:sldMk cId="438291338" sldId="287"/>
            <ac:spMk id="29" creationId="{56D2DBD8-45B2-8098-28D3-7F08F541F71E}"/>
          </ac:spMkLst>
        </pc:spChg>
        <pc:spChg chg="add del mod">
          <ac:chgData name="Saha, Soumyadeep" userId="a299a714-5d9f-475e-951f-04612a618351" providerId="ADAL" clId="{F22CC4E1-6E32-54D0-9489-694962FCD9E1}" dt="2026-04-08T19:38:16.022" v="806"/>
          <ac:spMkLst>
            <pc:docMk/>
            <pc:sldMk cId="438291338" sldId="287"/>
            <ac:spMk id="31" creationId="{2BBD097F-1790-9311-D8C1-931664227C1A}"/>
          </ac:spMkLst>
        </pc:spChg>
        <pc:spChg chg="add del mod">
          <ac:chgData name="Saha, Soumyadeep" userId="a299a714-5d9f-475e-951f-04612a618351" providerId="ADAL" clId="{F22CC4E1-6E32-54D0-9489-694962FCD9E1}" dt="2026-04-08T19:39:12.123" v="815" actId="478"/>
          <ac:spMkLst>
            <pc:docMk/>
            <pc:sldMk cId="438291338" sldId="287"/>
            <ac:spMk id="32" creationId="{94BF4810-2C83-E3E5-C45B-3D70253F6BB9}"/>
          </ac:spMkLst>
        </pc:spChg>
        <pc:spChg chg="add mod">
          <ac:chgData name="Saha, Soumyadeep" userId="a299a714-5d9f-475e-951f-04612a618351" providerId="ADAL" clId="{F22CC4E1-6E32-54D0-9489-694962FCD9E1}" dt="2026-04-08T19:41:13.651" v="850" actId="1076"/>
          <ac:spMkLst>
            <pc:docMk/>
            <pc:sldMk cId="438291338" sldId="287"/>
            <ac:spMk id="33" creationId="{B96CDED2-A827-FEB7-4E18-7E234BE36EAE}"/>
          </ac:spMkLst>
        </pc:spChg>
        <pc:spChg chg="add mod">
          <ac:chgData name="Saha, Soumyadeep" userId="a299a714-5d9f-475e-951f-04612a618351" providerId="ADAL" clId="{F22CC4E1-6E32-54D0-9489-694962FCD9E1}" dt="2026-04-08T19:42:16.419" v="855" actId="27636"/>
          <ac:spMkLst>
            <pc:docMk/>
            <pc:sldMk cId="438291338" sldId="287"/>
            <ac:spMk id="34" creationId="{DF6C3502-FC5E-C935-CE15-13E7F2F34A6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1D87EE-CF16-1145-A23C-DA5ABEF76CB4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F6857B-D262-9F4A-9D5C-69260C3D6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995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6AA65-7CF6-94D3-64E9-E6DBBB388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5DB855-396C-AAB3-5DD3-CF2BF2AB53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0D0487-E00A-654A-AF35-D9CDBF8539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F6F2E0-5BB3-F95E-A90F-88C9283AE1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792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8503920" cy="0"/>
          </a:xfrm>
          <a:prstGeom prst="line">
            <a:avLst/>
          </a:prstGeom>
          <a:noFill/>
          <a:ln w="19050">
            <a:solidFill>
              <a:srgbClr val="0B55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35240" y="21945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EduSmartLearn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20040" y="6565392"/>
            <a:ext cx="85039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saha.soumyadeep90/understanding-the-agent2agent-protocol-the-future-of-autonomous-system-communication-cbfa51bff502" TargetMode="External"/><Relationship Id="rId2" Type="http://schemas.openxmlformats.org/officeDocument/2006/relationships/hyperlink" Target="https://medium.com/@saha.soumyadeep90/a2a-vs-mcp-comparing-googles-agent-to-agent-protocol-with-openai-s-model-context-protocol-6798491cc87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kaggle.com/code/soumyadeepsaha999/google-soumyadeep-capstone-project" TargetMode="External"/><Relationship Id="rId5" Type="http://schemas.openxmlformats.org/officeDocument/2006/relationships/hyperlink" Target="https://www.kaggle.com/competitions/agents-intensive-capstone-project/writeups/a-multi-agent-teaching-system-for-ai-ml-dl-and-pro" TargetMode="External"/><Relationship Id="rId4" Type="http://schemas.openxmlformats.org/officeDocument/2006/relationships/hyperlink" Target="https://medium.com/@saha.soumyadeep90/search-retrieve-respond-model-context-protocol-with-elasticsearch-010d60f08e26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loom.com/share/a0f621e993bd41b0bb020a0ced91228e" TargetMode="External"/><Relationship Id="rId3" Type="http://schemas.openxmlformats.org/officeDocument/2006/relationships/hyperlink" Target="https://www.kaggle.com/whitepaper-agent-tools-and-interoperability-with-mcp" TargetMode="External"/><Relationship Id="rId7" Type="http://schemas.openxmlformats.org/officeDocument/2006/relationships/hyperlink" Target="https://arxiv.org/pdf/2512.16301" TargetMode="External"/><Relationship Id="rId2" Type="http://schemas.openxmlformats.org/officeDocument/2006/relationships/hyperlink" Target="https://www.kaggle.com/whitepaper-introduction-to-agent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kaggle.com/whitepaper-prototype-to-production" TargetMode="External"/><Relationship Id="rId5" Type="http://schemas.openxmlformats.org/officeDocument/2006/relationships/hyperlink" Target="https://www.kaggle.com/whitepaper-agent-quality" TargetMode="External"/><Relationship Id="rId4" Type="http://schemas.openxmlformats.org/officeDocument/2006/relationships/hyperlink" Target="https://www.kaggle.com/whitepaper-context-engineering-sessions-and-memory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361621-7749-CE91-A9B1-DB85999B0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Number Placeholder 0">
            <a:extLst>
              <a:ext uri="{FF2B5EF4-FFF2-40B4-BE49-F238E27FC236}">
                <a16:creationId xmlns:a16="http://schemas.microsoft.com/office/drawing/2014/main" id="{C6C60DC2-9574-1EBA-0D49-CF3EFC7784A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1</a:t>
            </a:fld>
            <a:endParaRPr lang="en-US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B96CDED2-A827-FEB7-4E18-7E234BE36EAE}"/>
              </a:ext>
            </a:extLst>
          </p:cNvPr>
          <p:cNvSpPr txBox="1">
            <a:spLocks/>
          </p:cNvSpPr>
          <p:nvPr/>
        </p:nvSpPr>
        <p:spPr>
          <a:xfrm>
            <a:off x="499502" y="2711750"/>
            <a:ext cx="8108419" cy="320899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solidFill>
                  <a:srgbClr val="7030A0"/>
                </a:solidFill>
              </a:rPr>
              <a:t>Name: </a:t>
            </a:r>
            <a:r>
              <a:rPr lang="en-US" sz="2800" dirty="0"/>
              <a:t>Soumyadeep Saha</a:t>
            </a:r>
            <a:endParaRPr lang="en-IN" sz="2800" dirty="0"/>
          </a:p>
          <a:p>
            <a:r>
              <a:rPr lang="en-US" sz="2800" b="1" dirty="0">
                <a:solidFill>
                  <a:srgbClr val="7030A0"/>
                </a:solidFill>
              </a:rPr>
              <a:t>Email: </a:t>
            </a:r>
            <a:r>
              <a:rPr lang="en-US" sz="2800" dirty="0"/>
              <a:t>m25ai1015@iitj.ac.in</a:t>
            </a:r>
            <a:endParaRPr lang="en-IN" sz="2800" dirty="0"/>
          </a:p>
          <a:p>
            <a:r>
              <a:rPr lang="en-US" sz="2800" b="1" dirty="0">
                <a:solidFill>
                  <a:srgbClr val="7030A0"/>
                </a:solidFill>
              </a:rPr>
              <a:t>Roll No: </a:t>
            </a:r>
            <a:r>
              <a:rPr lang="en-US" sz="2800" dirty="0"/>
              <a:t>M25AI1015</a:t>
            </a:r>
          </a:p>
          <a:p>
            <a:r>
              <a:rPr lang="en-US" sz="2800" b="1" dirty="0">
                <a:solidFill>
                  <a:srgbClr val="7030A0"/>
                </a:solidFill>
              </a:rPr>
              <a:t>Degree: </a:t>
            </a:r>
            <a:r>
              <a:rPr lang="en-US" sz="2800" dirty="0"/>
              <a:t>MTech in Artificial Intelligence and Machine Learning</a:t>
            </a:r>
          </a:p>
          <a:p>
            <a:r>
              <a:rPr lang="en-US" sz="2800" b="1" dirty="0">
                <a:solidFill>
                  <a:srgbClr val="7030A0"/>
                </a:solidFill>
              </a:rPr>
              <a:t>Supervisor: </a:t>
            </a:r>
            <a:r>
              <a:rPr lang="en-US" sz="2800" dirty="0"/>
              <a:t>Dr. Binod Kumar (</a:t>
            </a:r>
            <a:r>
              <a:rPr lang="en-US" sz="2800" dirty="0" err="1"/>
              <a:t>binod@iitj.ac.in</a:t>
            </a:r>
            <a:r>
              <a:rPr lang="en-US" sz="2800" dirty="0"/>
              <a:t>)</a:t>
            </a:r>
            <a:r>
              <a:rPr lang="en-IN" sz="2800" dirty="0"/>
              <a:t> </a:t>
            </a:r>
            <a:r>
              <a:rPr lang="en-US" sz="2800" dirty="0"/>
              <a:t> </a:t>
            </a:r>
          </a:p>
          <a:p>
            <a:endParaRPr lang="en-IN" b="1" dirty="0"/>
          </a:p>
          <a:p>
            <a:endParaRPr lang="en-US" b="1" dirty="0"/>
          </a:p>
          <a:p>
            <a:endParaRPr lang="en-US" b="1" dirty="0"/>
          </a:p>
          <a:p>
            <a:endParaRPr lang="en-IN" b="1" dirty="0"/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DF6C3502-FC5E-C935-CE15-13E7F2F34A65}"/>
              </a:ext>
            </a:extLst>
          </p:cNvPr>
          <p:cNvSpPr txBox="1">
            <a:spLocks/>
          </p:cNvSpPr>
          <p:nvPr/>
        </p:nvSpPr>
        <p:spPr>
          <a:xfrm>
            <a:off x="234326" y="347472"/>
            <a:ext cx="8675347" cy="2364278"/>
          </a:xfrm>
          <a:prstGeom prst="rect">
            <a:avLst/>
          </a:prstGeom>
        </p:spPr>
        <p:txBody>
          <a:bodyPr>
            <a:normAutofit fontScale="6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br>
              <a:rPr lang="en-US" sz="3600" b="1" dirty="0">
                <a:solidFill>
                  <a:srgbClr val="0432FF"/>
                </a:solidFill>
              </a:rPr>
            </a:br>
            <a:r>
              <a:rPr lang="en-US" sz="5300" b="1" dirty="0">
                <a:solidFill>
                  <a:srgbClr val="0432FF"/>
                </a:solidFill>
              </a:rPr>
              <a:t>Safe Multi-Agent Teaching System using Agent-to-Agent Protocol and Model Context Protocol Tools</a:t>
            </a:r>
            <a:br>
              <a:rPr lang="en-US" sz="5300" b="1" dirty="0">
                <a:solidFill>
                  <a:srgbClr val="0432FF"/>
                </a:solidFill>
              </a:rPr>
            </a:br>
            <a:endParaRPr lang="en-US" sz="5300" b="1" dirty="0">
              <a:solidFill>
                <a:srgbClr val="0432FF"/>
              </a:solidFill>
            </a:endParaRPr>
          </a:p>
          <a:p>
            <a:r>
              <a:rPr lang="en-US" sz="5300" b="1" dirty="0">
                <a:solidFill>
                  <a:srgbClr val="0432FF"/>
                </a:solidFill>
              </a:rPr>
              <a:t>Application Name: </a:t>
            </a:r>
            <a:r>
              <a:rPr lang="en-US" sz="5300" b="1" dirty="0" err="1">
                <a:solidFill>
                  <a:srgbClr val="0432FF"/>
                </a:solidFill>
              </a:rPr>
              <a:t>EduSmartLearn</a:t>
            </a:r>
            <a:br>
              <a:rPr lang="en-US" b="1" dirty="0"/>
            </a:br>
            <a:endParaRPr lang="en-US" sz="3600" b="1" dirty="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8291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Roadmap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E8F0FF"/>
          </a:solidFill>
          <a:ln w="12700">
            <a:solidFill>
              <a:srgbClr val="B6CC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481328" y="12527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research gap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81328" y="1600200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problem matters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E8F0FF"/>
          </a:solidFill>
          <a:ln w="12700">
            <a:solidFill>
              <a:srgbClr val="B6CC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715768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81328" y="267004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cs typeface="Calibri" pitchFamily="34" charset="-120"/>
              </a:rPr>
              <a:t>Problem statement and objectives</a:t>
            </a:r>
          </a:p>
        </p:txBody>
      </p:sp>
      <p:sp>
        <p:nvSpPr>
          <p:cNvPr id="10" name="Text 8"/>
          <p:cNvSpPr/>
          <p:nvPr/>
        </p:nvSpPr>
        <p:spPr>
          <a:xfrm>
            <a:off x="1481328" y="3017520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problem matters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40690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E8F0FF"/>
          </a:solidFill>
          <a:ln w="12700">
            <a:solidFill>
              <a:srgbClr val="B6CC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4133088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81328" y="408736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foundations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81328" y="4434840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problem matters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54880" y="12344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3E8FF"/>
          </a:solidFill>
          <a:ln w="12700">
            <a:solidFill>
              <a:srgbClr val="D8C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1298448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504688" y="12527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agents, A2A and MCP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504688" y="1600200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and protocols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54880" y="265176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3E8FF"/>
          </a:solidFill>
          <a:ln w="12700">
            <a:solidFill>
              <a:srgbClr val="D8C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54880" y="2715768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504688" y="267004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safety and orchestration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504688" y="3017520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deployment choices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0" y="40690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3E8FF"/>
          </a:solidFill>
          <a:ln w="12700">
            <a:solidFill>
              <a:srgbClr val="D8C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754880" y="4133088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504688" y="408736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cases, implementation and evaluation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504688" y="4434840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realization and findings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35424" y="1005840"/>
            <a:ext cx="0" cy="502920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31520" y="5870448"/>
            <a:ext cx="7680960" cy="384048"/>
          </a:xfrm>
          <a:prstGeom prst="roundRect">
            <a:avLst>
              <a:gd name="adj" fmla="val 14286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96112" y="5952744"/>
            <a:ext cx="736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r>
              <a:rPr lang="en-US" sz="118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move from an ad-hoc single-agent tutor to a safe, protocol-first, auditable multi-agent teaching system.</a:t>
            </a:r>
            <a:endParaRPr lang="en-US" sz="118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Objectives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3520440" cy="2377440"/>
          </a:xfrm>
          <a:prstGeom prst="roundRect">
            <a:avLst>
              <a:gd name="adj" fmla="val 3077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BD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76072" y="1106424"/>
            <a:ext cx="3374136" cy="2267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80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endParaRPr lang="en-US" sz="1800" dirty="0"/>
          </a:p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safe, auditable multi-agent teaching assistant that supports concept learning and programming practice while using external tools only under explicit governance constraints.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36118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system properties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" y="3886200"/>
            <a:ext cx="960120" cy="256032"/>
          </a:xfrm>
          <a:prstGeom prst="roundRect">
            <a:avLst>
              <a:gd name="adj" fmla="val 53571"/>
            </a:avLst>
          </a:prstGeom>
          <a:solidFill>
            <a:srgbClr val="EAF8EF"/>
          </a:solidFill>
          <a:ln w="12700">
            <a:solidFill>
              <a:srgbClr val="EAF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391363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755648" y="3886200"/>
            <a:ext cx="1051560" cy="256032"/>
          </a:xfrm>
          <a:prstGeom prst="roundRect">
            <a:avLst>
              <a:gd name="adj" fmla="val 53571"/>
            </a:avLst>
          </a:prstGeom>
          <a:solidFill>
            <a:srgbClr val="E8F0FF"/>
          </a:solidFill>
          <a:ln w="12700">
            <a:solidFill>
              <a:srgbClr val="E8F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755648" y="39136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953512" y="3886200"/>
            <a:ext cx="914400" cy="256032"/>
          </a:xfrm>
          <a:prstGeom prst="roundRect">
            <a:avLst>
              <a:gd name="adj" fmla="val 53571"/>
            </a:avLst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53512" y="39136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43400" y="996696"/>
            <a:ext cx="4114800" cy="4846320"/>
          </a:xfrm>
          <a:prstGeom prst="roundRect">
            <a:avLst>
              <a:gd name="adj" fmla="val 1778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398264" y="1051560"/>
            <a:ext cx="3968496" cy="4526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70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endParaRPr lang="en-US" sz="1700" dirty="0"/>
          </a:p>
          <a:p>
            <a:pPr algn="l"/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Decompose tutoring into specialist agents.</a:t>
            </a:r>
          </a:p>
          <a:p>
            <a:pPr algn="l"/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Define structured A2A messages with capabilities, consent and errors.</a:t>
            </a:r>
          </a:p>
          <a:p>
            <a:pPr marL="0" indent="0" algn="l">
              <a:buNone/>
            </a:pP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Expose tools through MCP with least-privilege scopes.</a:t>
            </a:r>
          </a:p>
          <a:p>
            <a:pPr marL="0" indent="0" algn="l">
              <a:buNone/>
            </a:pP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Manage session state and controlled long-term memory.</a:t>
            </a:r>
          </a:p>
          <a:p>
            <a:pPr marL="0" indent="0" algn="l">
              <a:buNone/>
            </a:pP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 all A2A/tool actions and evaluate effectiveness, efficiency, robustness and safety.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Gap, Contributions &amp; Questions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3703320" cy="4187952"/>
          </a:xfrm>
          <a:prstGeom prst="roundRect">
            <a:avLst>
              <a:gd name="adj" fmla="val 2424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F5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76072" y="914400"/>
            <a:ext cx="3557016" cy="4187952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4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</a:t>
            </a:r>
            <a:endParaRPr lang="en-US" sz="164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endParaRPr lang="en-US" sz="1640" dirty="0"/>
          </a:p>
          <a:p>
            <a:pPr marL="0" indent="0" algn="l">
              <a:buNone/>
            </a:pPr>
            <a:r>
              <a:rPr lang="en-US" sz="164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Few protocol-first educational tutors use explicit inter-agent messaging.</a:t>
            </a:r>
          </a:p>
          <a:p>
            <a:pPr marL="0" indent="0" algn="l">
              <a:buNone/>
            </a:pPr>
            <a:endParaRPr lang="en-US" sz="1640" dirty="0"/>
          </a:p>
          <a:p>
            <a:pPr marL="0" indent="0" algn="l">
              <a:buNone/>
            </a:pPr>
            <a:r>
              <a:rPr lang="en-US" sz="164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A2A and MCP are rarely combined in teaching workflows.</a:t>
            </a:r>
          </a:p>
          <a:p>
            <a:pPr marL="0" indent="0" algn="l">
              <a:buNone/>
            </a:pPr>
            <a:endParaRPr lang="en-US" sz="1640" dirty="0"/>
          </a:p>
          <a:p>
            <a:pPr marL="0" indent="0" algn="l">
              <a:buNone/>
            </a:pPr>
            <a:r>
              <a:rPr lang="en-US" sz="164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Safety mechanisms such as consent, least privilege and structured logging are often under-developed.</a:t>
            </a:r>
          </a:p>
          <a:p>
            <a:pPr marL="0" indent="0" algn="l">
              <a:buNone/>
            </a:pPr>
            <a:endParaRPr lang="en-US" sz="1640" dirty="0"/>
          </a:p>
          <a:p>
            <a:pPr marL="0" indent="0" algn="l">
              <a:buNone/>
            </a:pPr>
            <a:r>
              <a:rPr lang="en-US" sz="164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Evaluation usually focuses on final answers rather than full agent trajectories.</a:t>
            </a:r>
            <a:endParaRPr lang="en-US" sz="1640" dirty="0"/>
          </a:p>
        </p:txBody>
      </p:sp>
      <p:sp>
        <p:nvSpPr>
          <p:cNvPr id="5" name="Shape 3"/>
          <p:cNvSpPr/>
          <p:nvPr/>
        </p:nvSpPr>
        <p:spPr>
          <a:xfrm>
            <a:off x="4572000" y="914400"/>
            <a:ext cx="3657600" cy="4187952"/>
          </a:xfrm>
          <a:prstGeom prst="roundRect">
            <a:avLst>
              <a:gd name="adj" fmla="val 2424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DE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645152" y="914400"/>
            <a:ext cx="3511296" cy="367588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4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Contributions</a:t>
            </a:r>
            <a:endParaRPr lang="en-US" sz="164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endParaRPr lang="en-US" sz="1640" dirty="0"/>
          </a:p>
          <a:p>
            <a:pPr marL="0" indent="0" algn="l">
              <a:buNone/>
            </a:pPr>
            <a:r>
              <a:rPr lang="en-US" sz="164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modular tutoring architecture with explicit agent roles.</a:t>
            </a:r>
          </a:p>
          <a:p>
            <a:pPr marL="0" indent="0" algn="l">
              <a:buNone/>
            </a:pPr>
            <a:endParaRPr lang="en-US" sz="1640" dirty="0"/>
          </a:p>
          <a:p>
            <a:pPr marL="0" indent="0" algn="l">
              <a:buNone/>
            </a:pPr>
            <a:r>
              <a:rPr lang="en-US" sz="164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A2A message schema for routing, review and consent workflows.</a:t>
            </a:r>
          </a:p>
          <a:p>
            <a:pPr marL="0" indent="0" algn="l">
              <a:buNone/>
            </a:pPr>
            <a:endParaRPr lang="en-US" sz="1640" dirty="0"/>
          </a:p>
          <a:p>
            <a:pPr marL="0" indent="0" algn="l">
              <a:buNone/>
            </a:pPr>
            <a:r>
              <a:rPr lang="en-US" sz="164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MCP-based tool layer with schema validation and least-privilege access.</a:t>
            </a:r>
          </a:p>
          <a:p>
            <a:pPr marL="0" indent="0" algn="l">
              <a:buNone/>
            </a:pPr>
            <a:endParaRPr lang="en-US" sz="1640" dirty="0"/>
          </a:p>
          <a:p>
            <a:pPr marL="0" indent="0" algn="l">
              <a:buNone/>
            </a:pPr>
            <a:r>
              <a:rPr lang="en-US" sz="164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defense-in-depth safety stack plus an evaluation methodology.</a:t>
            </a:r>
            <a:endParaRPr lang="en-US" sz="1640" dirty="0"/>
          </a:p>
        </p:txBody>
      </p:sp>
      <p:sp>
        <p:nvSpPr>
          <p:cNvPr id="7" name="Shape 5"/>
          <p:cNvSpPr/>
          <p:nvPr/>
        </p:nvSpPr>
        <p:spPr>
          <a:xfrm>
            <a:off x="749808" y="5294376"/>
            <a:ext cx="2423160" cy="457200"/>
          </a:xfrm>
          <a:prstGeom prst="roundRect">
            <a:avLst>
              <a:gd name="adj" fmla="val 30000"/>
            </a:avLst>
          </a:prstGeom>
          <a:solidFill>
            <a:srgbClr val="E8F0FF"/>
          </a:solidFill>
          <a:ln w="12700">
            <a:solidFill>
              <a:srgbClr val="E8F0F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49808" y="5321808"/>
            <a:ext cx="2423160" cy="429768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RQ1:  Control &amp; auditability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5294376"/>
            <a:ext cx="2331720" cy="457200"/>
          </a:xfrm>
          <a:prstGeom prst="roundRect">
            <a:avLst>
              <a:gd name="adj" fmla="val 30000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F3E8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401568" y="5321808"/>
            <a:ext cx="2331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RQ2:  Safety mechanisms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61888" y="5294376"/>
            <a:ext cx="2377440" cy="457200"/>
          </a:xfrm>
          <a:prstGeom prst="roundRect">
            <a:avLst>
              <a:gd name="adj" fmla="val 30000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EAF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61888" y="532180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RQ3:  Evaluation design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5897880"/>
            <a:ext cx="7452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a protocol-first multi-agent design improve controllability? Which guardrails best prevent unsafe tool use? How should tutoring trajectories be evaluated?</a:t>
            </a:r>
            <a:endParaRPr lang="en-US" sz="12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Agentic AI Fits Teaching Workflows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30352" y="1737360"/>
            <a:ext cx="1097280" cy="1005840"/>
          </a:xfrm>
          <a:prstGeom prst="roundRect">
            <a:avLst>
              <a:gd name="adj" fmla="val 7273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BD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3504" y="1792224"/>
            <a:ext cx="950976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645920" y="208483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12064" y="2907792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4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and explanation</a:t>
            </a:r>
            <a:endParaRPr lang="en-US" sz="1140" dirty="0"/>
          </a:p>
        </p:txBody>
      </p:sp>
      <p:sp>
        <p:nvSpPr>
          <p:cNvPr id="7" name="Shape 5"/>
          <p:cNvSpPr/>
          <p:nvPr/>
        </p:nvSpPr>
        <p:spPr>
          <a:xfrm>
            <a:off x="1828800" y="1737360"/>
            <a:ext cx="1097280" cy="1005840"/>
          </a:xfrm>
          <a:prstGeom prst="roundRect">
            <a:avLst>
              <a:gd name="adj" fmla="val 7273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D7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901952" y="1792224"/>
            <a:ext cx="950976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944368" y="208483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10512" y="2907792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4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RAG, code run, quiz bank</a:t>
            </a:r>
            <a:endParaRPr lang="en-US" sz="1140" dirty="0"/>
          </a:p>
        </p:txBody>
      </p:sp>
      <p:sp>
        <p:nvSpPr>
          <p:cNvPr id="11" name="Shape 9"/>
          <p:cNvSpPr/>
          <p:nvPr/>
        </p:nvSpPr>
        <p:spPr>
          <a:xfrm>
            <a:off x="3145536" y="1737360"/>
            <a:ext cx="1600200" cy="1005840"/>
          </a:xfrm>
          <a:prstGeom prst="roundRect">
            <a:avLst>
              <a:gd name="adj" fmla="val 7273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CEF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0" y="1792224"/>
            <a:ext cx="1536192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73168" y="2143179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108960" y="2907792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4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delegate, revise</a:t>
            </a:r>
            <a:endParaRPr lang="en-US" sz="1140" dirty="0"/>
          </a:p>
        </p:txBody>
      </p:sp>
      <p:sp>
        <p:nvSpPr>
          <p:cNvPr id="15" name="Shape 13"/>
          <p:cNvSpPr/>
          <p:nvPr/>
        </p:nvSpPr>
        <p:spPr>
          <a:xfrm>
            <a:off x="4974336" y="1731699"/>
            <a:ext cx="1097280" cy="1005840"/>
          </a:xfrm>
          <a:prstGeom prst="roundRect">
            <a:avLst>
              <a:gd name="adj" fmla="val 7273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F0E4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47488" y="1773936"/>
            <a:ext cx="950976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1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117336" y="2118795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07408" y="2907792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4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+ learner profile</a:t>
            </a:r>
            <a:endParaRPr lang="en-US" sz="1140" dirty="0"/>
          </a:p>
        </p:txBody>
      </p:sp>
      <p:sp>
        <p:nvSpPr>
          <p:cNvPr id="19" name="Shape 17"/>
          <p:cNvSpPr/>
          <p:nvPr/>
        </p:nvSpPr>
        <p:spPr>
          <a:xfrm>
            <a:off x="6309360" y="1723644"/>
            <a:ext cx="1097280" cy="1005840"/>
          </a:xfrm>
          <a:prstGeom prst="roundRect">
            <a:avLst>
              <a:gd name="adj" fmla="val 7273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F4B9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82512" y="1792224"/>
            <a:ext cx="950976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705856" y="2907792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4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Critic, metrics, logs</a:t>
            </a:r>
            <a:endParaRPr lang="en-US" sz="1140" dirty="0"/>
          </a:p>
        </p:txBody>
      </p:sp>
      <p:sp>
        <p:nvSpPr>
          <p:cNvPr id="22" name="Shape 20"/>
          <p:cNvSpPr/>
          <p:nvPr/>
        </p:nvSpPr>
        <p:spPr>
          <a:xfrm>
            <a:off x="731520" y="3886200"/>
            <a:ext cx="7680960" cy="1417320"/>
          </a:xfrm>
          <a:prstGeom prst="roundRect">
            <a:avLst>
              <a:gd name="adj" fmla="val 5161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04672" y="3941064"/>
            <a:ext cx="7534656" cy="1307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requires a closed loop: explain → demonstrate → practice → evaluate → remediate.</a:t>
            </a:r>
            <a:endParaRPr lang="en-US" sz="1720" dirty="0"/>
          </a:p>
          <a:p>
            <a:pPr marL="0" indent="0" algn="ctr">
              <a:buNone/>
            </a:pPr>
            <a:r>
              <a:rPr lang="en-US" sz="17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design separates these steps into accountable specialists instead of one over-privileged component.</a:t>
            </a:r>
            <a:endParaRPr lang="en-US" sz="1720" dirty="0"/>
          </a:p>
        </p:txBody>
      </p:sp>
      <p:sp>
        <p:nvSpPr>
          <p:cNvPr id="24" name="Shape 22"/>
          <p:cNvSpPr/>
          <p:nvPr/>
        </p:nvSpPr>
        <p:spPr>
          <a:xfrm>
            <a:off x="411480" y="5577840"/>
            <a:ext cx="2670048" cy="512064"/>
          </a:xfrm>
          <a:prstGeom prst="roundRect">
            <a:avLst>
              <a:gd name="adj" fmla="val 14286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D7E3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4632" y="565099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tutors can act, observe and refine.</a:t>
            </a:r>
            <a:endParaRPr lang="en-US" sz="1160" dirty="0"/>
          </a:p>
        </p:txBody>
      </p:sp>
      <p:sp>
        <p:nvSpPr>
          <p:cNvPr id="26" name="Shape 24"/>
          <p:cNvSpPr/>
          <p:nvPr/>
        </p:nvSpPr>
        <p:spPr>
          <a:xfrm>
            <a:off x="3282696" y="5577840"/>
            <a:ext cx="2670048" cy="512064"/>
          </a:xfrm>
          <a:prstGeom prst="roundRect">
            <a:avLst>
              <a:gd name="adj" fmla="val 14286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D6D3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55848" y="565099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keep immediate context; memory supports personalization.</a:t>
            </a:r>
            <a:endParaRPr lang="en-US" sz="1160" dirty="0"/>
          </a:p>
        </p:txBody>
      </p:sp>
      <p:sp>
        <p:nvSpPr>
          <p:cNvPr id="28" name="Shape 26"/>
          <p:cNvSpPr/>
          <p:nvPr/>
        </p:nvSpPr>
        <p:spPr>
          <a:xfrm>
            <a:off x="6153912" y="5577840"/>
            <a:ext cx="2670048" cy="512064"/>
          </a:xfrm>
          <a:prstGeom prst="roundRect">
            <a:avLst>
              <a:gd name="adj" fmla="val 14286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BDE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227064" y="565099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must inspect the full trajectory, not only the final answer.</a:t>
            </a:r>
            <a:endParaRPr lang="en-US" sz="116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Reference Architecture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11480" y="5943600"/>
            <a:ext cx="2670048" cy="512064"/>
          </a:xfrm>
          <a:prstGeom prst="roundRect">
            <a:avLst>
              <a:gd name="adj" fmla="val 14286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D7E3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84632" y="601675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agent manages user interaction and session state.</a:t>
            </a:r>
            <a:endParaRPr lang="en-US" sz="1160" dirty="0"/>
          </a:p>
        </p:txBody>
      </p:sp>
      <p:sp>
        <p:nvSpPr>
          <p:cNvPr id="6" name="Shape 3"/>
          <p:cNvSpPr/>
          <p:nvPr/>
        </p:nvSpPr>
        <p:spPr>
          <a:xfrm>
            <a:off x="3282696" y="5943600"/>
            <a:ext cx="2670048" cy="512064"/>
          </a:xfrm>
          <a:prstGeom prst="roundRect">
            <a:avLst>
              <a:gd name="adj" fmla="val 14286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D8D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3355848" y="601675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orchestrator coordinates content generation, evaluation and code execution.</a:t>
            </a:r>
            <a:endParaRPr lang="en-US" sz="1160" dirty="0"/>
          </a:p>
        </p:txBody>
      </p:sp>
      <p:sp>
        <p:nvSpPr>
          <p:cNvPr id="8" name="Shape 5"/>
          <p:cNvSpPr/>
          <p:nvPr/>
        </p:nvSpPr>
        <p:spPr>
          <a:xfrm>
            <a:off x="6153912" y="5943600"/>
            <a:ext cx="2670048" cy="512064"/>
          </a:xfrm>
          <a:prstGeom prst="roundRect">
            <a:avLst>
              <a:gd name="adj" fmla="val 14286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F3E7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227064" y="601675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layer connects MCP runtime, LLM backends and external resources.</a:t>
            </a:r>
            <a:endParaRPr lang="en-US" sz="11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F987742-4236-9929-E68D-6C0FEBDBBE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" y="640080"/>
            <a:ext cx="8394192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Academic Architecture for EduSmartLearn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6" name="Picture 5" descr="A diagram of a company&#10;&#10;AI-generated content may be incorrect.">
            <a:extLst>
              <a:ext uri="{FF2B5EF4-FFF2-40B4-BE49-F238E27FC236}">
                <a16:creationId xmlns:a16="http://schemas.microsoft.com/office/drawing/2014/main" id="{DCF97375-AB1E-BC19-CCC4-8E97754B34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67512"/>
            <a:ext cx="8321040" cy="581560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Roles &amp; Responsibilities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94360" y="1143000"/>
            <a:ext cx="3657600" cy="1097280"/>
          </a:xfrm>
          <a:prstGeom prst="roundRect">
            <a:avLst>
              <a:gd name="adj" fmla="val 6667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BD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67512" y="1197864"/>
            <a:ext cx="3511296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73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&amp; control</a:t>
            </a:r>
            <a:endParaRPr lang="en-US" sz="173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r>
              <a:rPr lang="en-US" sz="173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Agent manages conversation state; Orchestrator plans, routes A2A messages and merges results.</a:t>
            </a:r>
            <a:endParaRPr lang="en-US" sz="1730" dirty="0"/>
          </a:p>
        </p:txBody>
      </p:sp>
      <p:sp>
        <p:nvSpPr>
          <p:cNvPr id="5" name="Shape 3"/>
          <p:cNvSpPr/>
          <p:nvPr/>
        </p:nvSpPr>
        <p:spPr>
          <a:xfrm>
            <a:off x="4572000" y="1143000"/>
            <a:ext cx="3657600" cy="1097280"/>
          </a:xfrm>
          <a:prstGeom prst="roundRect">
            <a:avLst>
              <a:gd name="adj" fmla="val 6667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D7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645152" y="1197864"/>
            <a:ext cx="3511296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73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agents</a:t>
            </a:r>
            <a:endParaRPr lang="en-US" sz="173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r>
              <a:rPr lang="en-US" sz="173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explains concepts; Retrieval fetches trusted evidence; Quiz agent creates formative assessments.</a:t>
            </a:r>
            <a:endParaRPr lang="en-US" sz="1730" dirty="0"/>
          </a:p>
        </p:txBody>
      </p:sp>
      <p:sp>
        <p:nvSpPr>
          <p:cNvPr id="7" name="Shape 5"/>
          <p:cNvSpPr/>
          <p:nvPr/>
        </p:nvSpPr>
        <p:spPr>
          <a:xfrm>
            <a:off x="594360" y="2651760"/>
            <a:ext cx="3657600" cy="1097280"/>
          </a:xfrm>
          <a:prstGeom prst="roundRect">
            <a:avLst>
              <a:gd name="adj" fmla="val 6667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F5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" y="2706624"/>
            <a:ext cx="3511296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73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agents</a:t>
            </a:r>
            <a:endParaRPr lang="en-US" sz="173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r>
              <a:rPr lang="en-US" sz="173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Execution agent generates/tests code in a sandbox; Evaluator/Critic checks clarity, correctness and safety.</a:t>
            </a:r>
            <a:endParaRPr lang="en-US" sz="1730" dirty="0"/>
          </a:p>
        </p:txBody>
      </p:sp>
      <p:sp>
        <p:nvSpPr>
          <p:cNvPr id="9" name="Shape 7"/>
          <p:cNvSpPr/>
          <p:nvPr/>
        </p:nvSpPr>
        <p:spPr>
          <a:xfrm>
            <a:off x="4572000" y="2651760"/>
            <a:ext cx="3657600" cy="1097280"/>
          </a:xfrm>
          <a:prstGeom prst="roundRect">
            <a:avLst>
              <a:gd name="adj" fmla="val 6667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DE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45152" y="2706624"/>
            <a:ext cx="3511296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73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Personalization &amp; safety</a:t>
            </a:r>
            <a:endParaRPr lang="en-US" sz="173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r>
              <a:rPr lang="en-US" sz="173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Safety/Guardrail agent enforces policies; Student Model agent updates learner profile under consent controls.</a:t>
            </a:r>
            <a:endParaRPr lang="en-US" sz="1730" dirty="0"/>
          </a:p>
        </p:txBody>
      </p:sp>
      <p:sp>
        <p:nvSpPr>
          <p:cNvPr id="11" name="Text 9"/>
          <p:cNvSpPr/>
          <p:nvPr/>
        </p:nvSpPr>
        <p:spPr>
          <a:xfrm>
            <a:off x="658368" y="416052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tool scopes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8F0FF"/>
          </a:solidFill>
          <a:ln w="12700">
            <a:solidFill>
              <a:srgbClr val="E8F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8368" y="448970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Tutor: session, memory, logging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176272" y="446227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176272" y="4489704"/>
            <a:ext cx="1389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Teacher: doc_search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730752" y="4462272"/>
            <a:ext cx="1444752" cy="274320"/>
          </a:xfrm>
          <a:prstGeom prst="roundRect">
            <a:avLst>
              <a:gd name="adj" fmla="val 50000"/>
            </a:avLst>
          </a:prstGeom>
          <a:solidFill>
            <a:srgbClr val="FEFCE8"/>
          </a:solidFill>
          <a:ln w="12700">
            <a:solidFill>
              <a:srgbClr val="FEF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730752" y="4489704"/>
            <a:ext cx="14447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1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Quiz: quiz_bank + docs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349240" y="4462272"/>
            <a:ext cx="1508760" cy="27432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49240" y="4489704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code_run + docs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040880" y="4462272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EAF8EF"/>
          </a:solidFill>
          <a:ln w="12700">
            <a:solidFill>
              <a:srgbClr val="EAF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040880" y="4489704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policy + logs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7726680" cy="868680"/>
          </a:xfrm>
          <a:prstGeom prst="roundRect">
            <a:avLst>
              <a:gd name="adj" fmla="val 8421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3232" y="5038344"/>
            <a:ext cx="758037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separation improves modularity, makes failures easier to trace, and prevents any single agent from becoming over-privileged.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Protocol Design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3867912" cy="4526280"/>
          </a:xfrm>
          <a:prstGeom prst="roundRect">
            <a:avLst>
              <a:gd name="adj" fmla="val 2254"/>
            </a:avLst>
          </a:prstGeom>
          <a:solidFill>
            <a:srgbClr val="E8F0FF"/>
          </a:solidFill>
          <a:ln w="15875">
            <a:solidFill>
              <a:srgbClr val="BBD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58369" y="1106424"/>
            <a:ext cx="3803904" cy="4416552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Message Types</a:t>
            </a:r>
            <a:endParaRPr lang="en-US" sz="165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endParaRPr lang="en-US" sz="165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TASK_REQUEST / TASK_RESPONSE</a:t>
            </a:r>
            <a:endParaRPr lang="en-US" sz="165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CAPABILITY_QUERY / RESPONSE</a:t>
            </a:r>
            <a:endParaRPr lang="en-US" sz="165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CONSENT_REQUEST / RESPONSE</a:t>
            </a:r>
            <a:endParaRPr lang="en-US" sz="165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/ REVISION</a:t>
            </a:r>
            <a:endParaRPr lang="en-US" sz="165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650" dirty="0"/>
          </a:p>
          <a:p>
            <a:pPr marL="0" indent="0" algn="l">
              <a:buNone/>
            </a:pPr>
            <a:endParaRPr lang="en-US" sz="1650" dirty="0"/>
          </a:p>
          <a:p>
            <a:pPr marL="0" indent="0" algn="l">
              <a:buNone/>
            </a:pPr>
            <a:r>
              <a:rPr lang="en-US" sz="165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Fields</a:t>
            </a:r>
            <a:endParaRPr lang="en-US" sz="165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endParaRPr lang="en-US" sz="1650" dirty="0"/>
          </a:p>
          <a:p>
            <a:pPr marL="0" indent="0" algn="l">
              <a:buNone/>
            </a:pPr>
            <a:r>
              <a:rPr lang="en-US" sz="16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message_id, sender, receiver, message_type, capability, consent, payload, trace, error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4681728" y="1060704"/>
            <a:ext cx="4069080" cy="4526280"/>
          </a:xfrm>
          <a:prstGeom prst="roundRect">
            <a:avLst>
              <a:gd name="adj" fmla="val 1348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29200" y="1271016"/>
            <a:ext cx="358444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1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10" dirty="0"/>
          </a:p>
          <a:p>
            <a:pPr marL="0" indent="0">
              <a:buNone/>
            </a:pPr>
            <a:r>
              <a:rPr lang="en-US" sz="131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"message_type": "task_request",</a:t>
            </a:r>
            <a:endParaRPr lang="en-US" sz="1310" dirty="0"/>
          </a:p>
          <a:p>
            <a:pPr marL="0" indent="0">
              <a:buNone/>
            </a:pPr>
            <a:r>
              <a:rPr lang="en-US" sz="131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"sender": "orchestrator",</a:t>
            </a:r>
            <a:endParaRPr lang="en-US" sz="1310" dirty="0"/>
          </a:p>
          <a:p>
            <a:pPr marL="0" indent="0">
              <a:buNone/>
            </a:pPr>
            <a:r>
              <a:rPr lang="en-US" sz="131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"receiver": "code_execution_agent",</a:t>
            </a:r>
            <a:endParaRPr lang="en-US" sz="1310" dirty="0"/>
          </a:p>
          <a:p>
            <a:pPr marL="0" indent="0">
              <a:buNone/>
            </a:pPr>
            <a:r>
              <a:rPr lang="en-US" sz="131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"capability": "execute_and_debug_code",</a:t>
            </a:r>
            <a:endParaRPr lang="en-US" sz="1310" dirty="0"/>
          </a:p>
          <a:p>
            <a:pPr marL="0" indent="0">
              <a:buNone/>
            </a:pPr>
            <a:r>
              <a:rPr lang="en-US" sz="131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"consent": {"required": true, "status": "pending"},</a:t>
            </a:r>
            <a:endParaRPr lang="en-US" sz="1310" dirty="0"/>
          </a:p>
          <a:p>
            <a:pPr marL="0" indent="0">
              <a:buNone/>
            </a:pPr>
            <a:r>
              <a:rPr lang="en-US" sz="131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"payload": {</a:t>
            </a:r>
            <a:endParaRPr lang="en-US" sz="1310" dirty="0"/>
          </a:p>
          <a:p>
            <a:pPr marL="0" indent="0">
              <a:buNone/>
            </a:pPr>
            <a:r>
              <a:rPr lang="en-US" sz="131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"language": "python",</a:t>
            </a:r>
            <a:endParaRPr lang="en-US" sz="1310" dirty="0"/>
          </a:p>
          <a:p>
            <a:pPr marL="0" indent="0">
              <a:buNone/>
            </a:pPr>
            <a:r>
              <a:rPr lang="en-US" sz="131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"timeout_s": 5</a:t>
            </a:r>
            <a:endParaRPr lang="en-US" sz="1310" dirty="0"/>
          </a:p>
          <a:p>
            <a:pPr marL="0" indent="0">
              <a:buNone/>
            </a:pPr>
            <a:r>
              <a:rPr lang="en-US" sz="131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10" dirty="0"/>
          </a:p>
          <a:p>
            <a:pPr marL="0" indent="0">
              <a:buNone/>
            </a:pPr>
            <a:r>
              <a:rPr lang="en-US" sz="131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"trace": {"session_id": "sess_123"}</a:t>
            </a:r>
            <a:endParaRPr lang="en-US" sz="1310" dirty="0"/>
          </a:p>
          <a:p>
            <a:pPr marL="0" indent="0">
              <a:buNone/>
            </a:pPr>
            <a:r>
              <a:rPr lang="en-US" sz="131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10" dirty="0"/>
          </a:p>
        </p:txBody>
      </p:sp>
      <p:sp>
        <p:nvSpPr>
          <p:cNvPr id="7" name="Shape 5"/>
          <p:cNvSpPr/>
          <p:nvPr/>
        </p:nvSpPr>
        <p:spPr>
          <a:xfrm>
            <a:off x="411480" y="5715000"/>
            <a:ext cx="2670048" cy="512064"/>
          </a:xfrm>
          <a:prstGeom prst="roundRect">
            <a:avLst>
              <a:gd name="adj" fmla="val 14286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D7E3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4632" y="578815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delegation between specialist agents.</a:t>
            </a:r>
            <a:endParaRPr lang="en-US" sz="1160" dirty="0"/>
          </a:p>
        </p:txBody>
      </p:sp>
      <p:sp>
        <p:nvSpPr>
          <p:cNvPr id="9" name="Shape 7"/>
          <p:cNvSpPr/>
          <p:nvPr/>
        </p:nvSpPr>
        <p:spPr>
          <a:xfrm>
            <a:off x="3282696" y="5715000"/>
            <a:ext cx="2670048" cy="512064"/>
          </a:xfrm>
          <a:prstGeom prst="roundRect">
            <a:avLst>
              <a:gd name="adj" fmla="val 14286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D7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355848" y="578815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negotiation and explicit consent for sensitive actions.</a:t>
            </a:r>
            <a:endParaRPr lang="en-US" sz="1160" dirty="0"/>
          </a:p>
        </p:txBody>
      </p:sp>
      <p:sp>
        <p:nvSpPr>
          <p:cNvPr id="11" name="Shape 9"/>
          <p:cNvSpPr/>
          <p:nvPr/>
        </p:nvSpPr>
        <p:spPr>
          <a:xfrm>
            <a:off x="6153912" y="5715000"/>
            <a:ext cx="2670048" cy="512064"/>
          </a:xfrm>
          <a:prstGeom prst="roundRect">
            <a:avLst>
              <a:gd name="adj" fmla="val 14286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BDE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27064" y="578815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traceability for audits, replay and debugging.</a:t>
            </a:r>
            <a:endParaRPr lang="en-US" sz="11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 &amp; Interoperability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94360" y="1325880"/>
            <a:ext cx="1371600" cy="640080"/>
          </a:xfrm>
          <a:prstGeom prst="roundRect">
            <a:avLst>
              <a:gd name="adj" fmla="val 11429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BD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67512" y="1380744"/>
            <a:ext cx="122529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94360" y="2176272"/>
            <a:ext cx="1371600" cy="640080"/>
          </a:xfrm>
          <a:prstGeom prst="roundRect">
            <a:avLst>
              <a:gd name="adj" fmla="val 11429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F2E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7512" y="2231136"/>
            <a:ext cx="122529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1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A1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94360" y="3026664"/>
            <a:ext cx="1371600" cy="640080"/>
          </a:xfrm>
          <a:prstGeom prst="roundRect">
            <a:avLst>
              <a:gd name="adj" fmla="val 11429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F5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" y="3081528"/>
            <a:ext cx="122529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600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600" dirty="0">
              <a:solidFill>
                <a:srgbClr val="7030A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2011680" y="212140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377440" y="1783080"/>
            <a:ext cx="1965960" cy="1417320"/>
          </a:xfrm>
          <a:prstGeom prst="roundRect">
            <a:avLst>
              <a:gd name="adj" fmla="val 5161"/>
            </a:avLst>
          </a:prstGeom>
          <a:solidFill>
            <a:srgbClr val="EEF2FF"/>
          </a:solidFill>
          <a:ln w="15875">
            <a:solidFill>
              <a:srgbClr val="D7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450592" y="1837944"/>
            <a:ext cx="1819656" cy="1307592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/ Tool Registry</a:t>
            </a:r>
            <a:endParaRPr lang="en-US" sz="1650" dirty="0"/>
          </a:p>
          <a:p>
            <a:pPr marL="0" indent="0" algn="ctr">
              <a:buNone/>
            </a:pPr>
            <a:endParaRPr lang="en-US" sz="1650" dirty="0"/>
          </a:p>
          <a:p>
            <a:pPr marL="0" indent="0" algn="ctr">
              <a:buNone/>
            </a:pPr>
            <a:r>
              <a:rPr lang="en-US" sz="16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tool descriptions</a:t>
            </a:r>
            <a:endParaRPr lang="en-US" sz="1650" dirty="0"/>
          </a:p>
          <a:p>
            <a:pPr marL="0" indent="0" algn="ctr">
              <a:buNone/>
            </a:pPr>
            <a:r>
              <a:rPr lang="en-US" sz="16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schemas</a:t>
            </a:r>
            <a:endParaRPr lang="en-US" sz="1650" dirty="0"/>
          </a:p>
          <a:p>
            <a:pPr marL="0" indent="0" algn="ctr">
              <a:buNone/>
            </a:pPr>
            <a:r>
              <a:rPr lang="en-US" sz="16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errors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407408" y="212140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773168" y="1234440"/>
            <a:ext cx="1325880" cy="566928"/>
          </a:xfrm>
          <a:prstGeom prst="roundRect">
            <a:avLst>
              <a:gd name="adj" fmla="val 12903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BD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1289304"/>
            <a:ext cx="117957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2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doc_search</a:t>
            </a:r>
            <a:endParaRPr lang="en-US" sz="1520" dirty="0"/>
          </a:p>
        </p:txBody>
      </p:sp>
      <p:sp>
        <p:nvSpPr>
          <p:cNvPr id="15" name="Shape 13"/>
          <p:cNvSpPr/>
          <p:nvPr/>
        </p:nvSpPr>
        <p:spPr>
          <a:xfrm>
            <a:off x="4773168" y="2011680"/>
            <a:ext cx="1325880" cy="566928"/>
          </a:xfrm>
          <a:prstGeom prst="roundRect">
            <a:avLst>
              <a:gd name="adj" fmla="val 12903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F5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0" y="2066544"/>
            <a:ext cx="117957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2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code_run</a:t>
            </a:r>
            <a:endParaRPr lang="en-US" sz="1520" dirty="0">
              <a:solidFill>
                <a:srgbClr val="7030A0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773168" y="2788920"/>
            <a:ext cx="1325880" cy="566928"/>
          </a:xfrm>
          <a:prstGeom prst="roundRect">
            <a:avLst>
              <a:gd name="adj" fmla="val 12903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F2E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0" y="2843784"/>
            <a:ext cx="117957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20" b="1" dirty="0">
                <a:solidFill>
                  <a:srgbClr val="A1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quiz_bank</a:t>
            </a:r>
            <a:endParaRPr lang="en-US" sz="1520" dirty="0"/>
          </a:p>
        </p:txBody>
      </p:sp>
      <p:sp>
        <p:nvSpPr>
          <p:cNvPr id="19" name="Shape 17"/>
          <p:cNvSpPr/>
          <p:nvPr/>
        </p:nvSpPr>
        <p:spPr>
          <a:xfrm>
            <a:off x="4773168" y="3566160"/>
            <a:ext cx="1325880" cy="566928"/>
          </a:xfrm>
          <a:prstGeom prst="roundRect">
            <a:avLst>
              <a:gd name="adj" fmla="val 12903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DE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46320" y="3621024"/>
            <a:ext cx="117957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2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</a:t>
            </a:r>
            <a:endParaRPr lang="en-US" sz="1520" dirty="0"/>
          </a:p>
        </p:txBody>
      </p:sp>
      <p:sp>
        <p:nvSpPr>
          <p:cNvPr id="21" name="Text 19"/>
          <p:cNvSpPr/>
          <p:nvPr/>
        </p:nvSpPr>
        <p:spPr>
          <a:xfrm>
            <a:off x="6172200" y="212140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537960" y="1783080"/>
            <a:ext cx="1828800" cy="1417320"/>
          </a:xfrm>
          <a:prstGeom prst="roundRect">
            <a:avLst>
              <a:gd name="adj" fmla="val 5161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11112" y="1837944"/>
            <a:ext cx="1682496" cy="1307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resources</a:t>
            </a:r>
            <a:endParaRPr lang="en-US" sz="1560" dirty="0"/>
          </a:p>
          <a:p>
            <a:pPr marL="0" indent="0" algn="ctr">
              <a:buNone/>
            </a:pPr>
            <a:endParaRPr lang="en-US" sz="1560" dirty="0"/>
          </a:p>
          <a:p>
            <a:pPr marL="0" indent="0" algn="ctr">
              <a:buNone/>
            </a:pPr>
            <a:r>
              <a:rPr lang="en-US" sz="15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notes / RAG index</a:t>
            </a:r>
            <a:endParaRPr lang="en-US" sz="1560" dirty="0"/>
          </a:p>
          <a:p>
            <a:pPr marL="0" indent="0" algn="ctr">
              <a:buNone/>
            </a:pPr>
            <a:r>
              <a:rPr lang="en-US" sz="15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runtime</a:t>
            </a:r>
            <a:endParaRPr lang="en-US" sz="1560" dirty="0"/>
          </a:p>
          <a:p>
            <a:pPr marL="0" indent="0" algn="ctr">
              <a:buNone/>
            </a:pPr>
            <a:r>
              <a:rPr lang="en-US" sz="15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bank</a:t>
            </a:r>
            <a:endParaRPr lang="en-US" sz="1560" dirty="0"/>
          </a:p>
          <a:p>
            <a:pPr marL="0" indent="0" algn="ctr">
              <a:buNone/>
            </a:pPr>
            <a:r>
              <a:rPr lang="en-US" sz="15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store</a:t>
            </a:r>
            <a:endParaRPr lang="en-US" sz="1560" dirty="0"/>
          </a:p>
        </p:txBody>
      </p:sp>
      <p:sp>
        <p:nvSpPr>
          <p:cNvPr id="24" name="Text 22"/>
          <p:cNvSpPr/>
          <p:nvPr/>
        </p:nvSpPr>
        <p:spPr>
          <a:xfrm>
            <a:off x="658368" y="45902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MCP matters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4800600"/>
            <a:ext cx="758952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7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A2A answers how agents talk to each other; MCP answers how agents use tools.</a:t>
            </a:r>
            <a:endParaRPr lang="en-US" sz="1470" dirty="0"/>
          </a:p>
          <a:p>
            <a:pPr marL="0" indent="0">
              <a:buNone/>
            </a:pPr>
            <a:r>
              <a:rPr lang="en-US" sz="147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Least-privilege scopes stop agents from seeing or calling unnecessary tools.</a:t>
            </a:r>
            <a:endParaRPr lang="en-US" sz="1470" dirty="0"/>
          </a:p>
          <a:p>
            <a:pPr marL="0" indent="0">
              <a:buNone/>
            </a:pPr>
            <a:r>
              <a:rPr lang="en-US" sz="147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Schema validation and descriptive errors reduce malformed requests and brittle prompts.</a:t>
            </a:r>
            <a:endParaRPr lang="en-US" sz="147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Memory &amp; Personalization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94360" y="1097280"/>
            <a:ext cx="3429000" cy="2240280"/>
          </a:xfrm>
          <a:prstGeom prst="roundRect">
            <a:avLst>
              <a:gd name="adj" fmla="val 3265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BD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67512" y="1152144"/>
            <a:ext cx="3282696" cy="2130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State</a:t>
            </a:r>
            <a:endParaRPr lang="en-US" sz="170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Current conversation history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Retrieved snippets and tool outputs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Temporary plans and intermediate artifacts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Used for immediate task completion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09160" y="1097280"/>
            <a:ext cx="3429000" cy="2240280"/>
          </a:xfrm>
          <a:prstGeom prst="roundRect">
            <a:avLst>
              <a:gd name="adj" fmla="val 3265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DE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782312" y="1097280"/>
            <a:ext cx="3282696" cy="182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</a:t>
            </a:r>
            <a:endParaRPr lang="en-US" sz="170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Learner preferences and mastery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Recurring misconceptions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Past performance summaries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Used selectively for personalization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169664" y="196596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749040"/>
            <a:ext cx="7360920" cy="9144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0392" y="3803904"/>
            <a:ext cx="721461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3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memory write path</a:t>
            </a:r>
            <a:endParaRPr lang="en-US" sz="1630" dirty="0"/>
          </a:p>
          <a:p>
            <a:pPr marL="0" indent="0" algn="ctr">
              <a:buNone/>
            </a:pPr>
            <a:r>
              <a:rPr lang="en-US" sz="163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summary → policy check → user consent → minimal non-sensitive memory update → later selective retrieval</a:t>
            </a:r>
            <a:endParaRPr lang="en-US" sz="1630" dirty="0"/>
          </a:p>
        </p:txBody>
      </p:sp>
      <p:sp>
        <p:nvSpPr>
          <p:cNvPr id="10" name="Shape 8"/>
          <p:cNvSpPr/>
          <p:nvPr/>
        </p:nvSpPr>
        <p:spPr>
          <a:xfrm>
            <a:off x="411480" y="5257800"/>
            <a:ext cx="2670048" cy="512064"/>
          </a:xfrm>
          <a:prstGeom prst="roundRect">
            <a:avLst>
              <a:gd name="adj" fmla="val 14286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D7E3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" y="533095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compaction keeps the prompt window efficient.</a:t>
            </a:r>
            <a:endParaRPr lang="en-US" sz="1160" dirty="0"/>
          </a:p>
        </p:txBody>
      </p:sp>
      <p:sp>
        <p:nvSpPr>
          <p:cNvPr id="12" name="Shape 10"/>
          <p:cNvSpPr/>
          <p:nvPr/>
        </p:nvSpPr>
        <p:spPr>
          <a:xfrm>
            <a:off x="3282696" y="5257800"/>
            <a:ext cx="2670048" cy="512064"/>
          </a:xfrm>
          <a:prstGeom prst="roundRect">
            <a:avLst>
              <a:gd name="adj" fmla="val 14286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D7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55848" y="533095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text is compact and purpose-driven, not a raw transcript dump.</a:t>
            </a:r>
            <a:endParaRPr lang="en-US" sz="1160" dirty="0"/>
          </a:p>
        </p:txBody>
      </p:sp>
      <p:sp>
        <p:nvSpPr>
          <p:cNvPr id="14" name="Shape 12"/>
          <p:cNvSpPr/>
          <p:nvPr/>
        </p:nvSpPr>
        <p:spPr>
          <a:xfrm>
            <a:off x="6153912" y="5257800"/>
            <a:ext cx="2670048" cy="512064"/>
          </a:xfrm>
          <a:prstGeom prst="roundRect">
            <a:avLst>
              <a:gd name="adj" fmla="val 14286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F5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27064" y="5340096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6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Privacy hygiene is essential before persisting learner data.</a:t>
            </a:r>
            <a:endParaRPr lang="en-US" sz="11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Safety, Permissions &amp; Audit Logging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58368" y="1051560"/>
            <a:ext cx="4709160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0B55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106424"/>
            <a:ext cx="45628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System prompts &amp; response policies</a:t>
            </a:r>
            <a:endParaRPr lang="en-US" sz="1520" dirty="0"/>
          </a:p>
        </p:txBody>
      </p:sp>
      <p:sp>
        <p:nvSpPr>
          <p:cNvPr id="5" name="Shape 3"/>
          <p:cNvSpPr/>
          <p:nvPr/>
        </p:nvSpPr>
        <p:spPr>
          <a:xfrm>
            <a:off x="658368" y="1728216"/>
            <a:ext cx="4709160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45628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A2A consent and capability checks</a:t>
            </a:r>
            <a:endParaRPr lang="en-US" sz="1520" dirty="0"/>
          </a:p>
        </p:txBody>
      </p:sp>
      <p:sp>
        <p:nvSpPr>
          <p:cNvPr id="7" name="Shape 5"/>
          <p:cNvSpPr/>
          <p:nvPr/>
        </p:nvSpPr>
        <p:spPr>
          <a:xfrm>
            <a:off x="658368" y="2404872"/>
            <a:ext cx="4709160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459736"/>
            <a:ext cx="45628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Policy engine / least-privilege scopes</a:t>
            </a:r>
            <a:endParaRPr lang="en-US" sz="1520" dirty="0"/>
          </a:p>
        </p:txBody>
      </p:sp>
      <p:sp>
        <p:nvSpPr>
          <p:cNvPr id="9" name="Shape 7"/>
          <p:cNvSpPr/>
          <p:nvPr/>
        </p:nvSpPr>
        <p:spPr>
          <a:xfrm>
            <a:off x="658368" y="3081528"/>
            <a:ext cx="4709160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A1620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3136392"/>
            <a:ext cx="45628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Schema validation for tool I/O</a:t>
            </a:r>
            <a:endParaRPr lang="en-US" sz="1520" dirty="0"/>
          </a:p>
        </p:txBody>
      </p:sp>
      <p:sp>
        <p:nvSpPr>
          <p:cNvPr id="11" name="Shape 9"/>
          <p:cNvSpPr/>
          <p:nvPr/>
        </p:nvSpPr>
        <p:spPr>
          <a:xfrm>
            <a:off x="658368" y="3758184"/>
            <a:ext cx="4709160" cy="475488"/>
          </a:xfrm>
          <a:prstGeom prst="roundRect">
            <a:avLst>
              <a:gd name="adj" fmla="val 15385"/>
            </a:avLst>
          </a:prstGeom>
          <a:solidFill>
            <a:srgbClr val="FEF2F2"/>
          </a:solidFill>
          <a:ln w="1587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3813048"/>
            <a:ext cx="4562856" cy="36576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Sandboxed execution: timeouts, limits, no network</a:t>
            </a:r>
            <a:endParaRPr lang="en-US" sz="1520" dirty="0"/>
          </a:p>
        </p:txBody>
      </p:sp>
      <p:sp>
        <p:nvSpPr>
          <p:cNvPr id="13" name="Shape 11"/>
          <p:cNvSpPr/>
          <p:nvPr/>
        </p:nvSpPr>
        <p:spPr>
          <a:xfrm>
            <a:off x="658368" y="4434840"/>
            <a:ext cx="4709160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4489704"/>
            <a:ext cx="45628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Structured logs for every A2A and tool event</a:t>
            </a:r>
            <a:endParaRPr lang="en-US" sz="1520" dirty="0"/>
          </a:p>
        </p:txBody>
      </p:sp>
      <p:sp>
        <p:nvSpPr>
          <p:cNvPr id="15" name="Shape 13"/>
          <p:cNvSpPr/>
          <p:nvPr/>
        </p:nvSpPr>
        <p:spPr>
          <a:xfrm>
            <a:off x="5669280" y="827532"/>
            <a:ext cx="2651760" cy="4251960"/>
          </a:xfrm>
          <a:prstGeom prst="roundRect">
            <a:avLst>
              <a:gd name="adj" fmla="val 2759"/>
            </a:avLst>
          </a:prstGeom>
          <a:gradFill flip="none" rotWithShape="1">
            <a:gsLst>
              <a:gs pos="0">
                <a:schemeClr val="accent5">
                  <a:lumMod val="5000"/>
                  <a:lumOff val="95000"/>
                </a:schemeClr>
              </a:gs>
              <a:gs pos="74000">
                <a:schemeClr val="accent5">
                  <a:lumMod val="45000"/>
                  <a:lumOff val="55000"/>
                </a:schemeClr>
              </a:gs>
              <a:gs pos="83000">
                <a:schemeClr val="accent5">
                  <a:lumMod val="45000"/>
                  <a:lumOff val="55000"/>
                </a:schemeClr>
              </a:gs>
              <a:gs pos="100000">
                <a:schemeClr val="accent5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815584" y="827532"/>
            <a:ext cx="2505456" cy="4142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coverage</a:t>
            </a:r>
            <a:endParaRPr lang="en-US" sz="162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endParaRPr lang="en-US" sz="1620" dirty="0"/>
          </a:p>
          <a:p>
            <a:pPr marL="0" indent="0" algn="l">
              <a:buNone/>
            </a:pP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r>
              <a:rPr lang="en-US" sz="1620" dirty="0"/>
              <a:t> </a:t>
            </a: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treat retrieved content as untrusted</a:t>
            </a:r>
            <a:endParaRPr lang="en-US" sz="1620" dirty="0"/>
          </a:p>
          <a:p>
            <a:pPr marL="0" indent="0" algn="l">
              <a:buNone/>
            </a:pPr>
            <a:endParaRPr lang="en-US" sz="1620" dirty="0"/>
          </a:p>
          <a:p>
            <a:pPr marL="0" indent="0" algn="l">
              <a:buNone/>
            </a:pP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code execution</a:t>
            </a:r>
            <a:r>
              <a:rPr lang="en-US" sz="1620" dirty="0"/>
              <a:t> </a:t>
            </a: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sandbox + approval</a:t>
            </a:r>
            <a:endParaRPr lang="en-US" sz="1620" dirty="0"/>
          </a:p>
          <a:p>
            <a:pPr marL="0" indent="0" algn="l">
              <a:buNone/>
            </a:pPr>
            <a:endParaRPr lang="en-US" sz="1620" dirty="0"/>
          </a:p>
          <a:p>
            <a:pPr marL="0" indent="0" algn="l">
              <a:buNone/>
            </a:pP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leakage</a:t>
            </a:r>
            <a:r>
              <a:rPr lang="en-US" sz="1620" dirty="0"/>
              <a:t> </a:t>
            </a: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minimal storage + consent</a:t>
            </a:r>
            <a:endParaRPr lang="en-US" sz="1620" dirty="0"/>
          </a:p>
          <a:p>
            <a:pPr marL="0" indent="0" algn="l">
              <a:buNone/>
            </a:pPr>
            <a:endParaRPr lang="en-US" sz="1620" dirty="0"/>
          </a:p>
          <a:p>
            <a:pPr marL="0" indent="0" algn="l">
              <a:buNone/>
            </a:pP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Confused deputy</a:t>
            </a:r>
            <a:r>
              <a:rPr lang="en-US" sz="1620" dirty="0"/>
              <a:t> </a:t>
            </a: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authority and intent checks</a:t>
            </a:r>
            <a:endParaRPr lang="en-US" sz="1620" dirty="0"/>
          </a:p>
        </p:txBody>
      </p:sp>
      <p:sp>
        <p:nvSpPr>
          <p:cNvPr id="17" name="Text 15"/>
          <p:cNvSpPr/>
          <p:nvPr/>
        </p:nvSpPr>
        <p:spPr>
          <a:xfrm>
            <a:off x="658368" y="548640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Defense-in-depth is critical because tutoring </a:t>
            </a:r>
            <a:r>
              <a:rPr lang="en-US" sz="122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r>
              <a:rPr lang="en-US" sz="12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reason, call tools, and retain user context across sessions.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Orchestration Workflow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38328" y="1056132"/>
            <a:ext cx="777240" cy="749808"/>
          </a:xfrm>
          <a:prstGeom prst="roundRect">
            <a:avLst>
              <a:gd name="adj" fmla="val 9756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93192" y="1110996"/>
            <a:ext cx="704088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30" b="1" dirty="0">
                <a:solidFill>
                  <a:srgbClr val="7C3AED"/>
                </a:solidFill>
                <a:latin typeface="Calibri" pitchFamily="34" charset="0"/>
                <a:cs typeface="Calibri" pitchFamily="34" charset="-120"/>
              </a:rPr>
              <a:t>Student</a:t>
            </a:r>
          </a:p>
        </p:txBody>
      </p:sp>
      <p:sp>
        <p:nvSpPr>
          <p:cNvPr id="5" name="Text 3"/>
          <p:cNvSpPr/>
          <p:nvPr/>
        </p:nvSpPr>
        <p:spPr>
          <a:xfrm>
            <a:off x="1152144" y="128473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44168" y="1051560"/>
            <a:ext cx="777240" cy="749808"/>
          </a:xfrm>
          <a:prstGeom prst="roundRect">
            <a:avLst>
              <a:gd name="adj" fmla="val 9756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BD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316736" y="1110996"/>
            <a:ext cx="786384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3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</a:t>
            </a:r>
            <a:endParaRPr lang="en-US" sz="1530" dirty="0"/>
          </a:p>
        </p:txBody>
      </p:sp>
      <p:sp>
        <p:nvSpPr>
          <p:cNvPr id="8" name="Text 6"/>
          <p:cNvSpPr/>
          <p:nvPr/>
        </p:nvSpPr>
        <p:spPr>
          <a:xfrm>
            <a:off x="2162556" y="128473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368296" y="1046988"/>
            <a:ext cx="868680" cy="749808"/>
          </a:xfrm>
          <a:prstGeom prst="roundRect">
            <a:avLst>
              <a:gd name="adj" fmla="val 9756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DE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377440" y="1110996"/>
            <a:ext cx="85039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3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530" dirty="0"/>
          </a:p>
        </p:txBody>
      </p:sp>
      <p:sp>
        <p:nvSpPr>
          <p:cNvPr id="11" name="Text 9"/>
          <p:cNvSpPr/>
          <p:nvPr/>
        </p:nvSpPr>
        <p:spPr>
          <a:xfrm>
            <a:off x="3264408" y="127558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56432" y="1056132"/>
            <a:ext cx="1298448" cy="749808"/>
          </a:xfrm>
          <a:prstGeom prst="roundRect">
            <a:avLst>
              <a:gd name="adj" fmla="val 9756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D7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56432" y="1110996"/>
            <a:ext cx="1298448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3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30" dirty="0"/>
          </a:p>
        </p:txBody>
      </p:sp>
      <p:sp>
        <p:nvSpPr>
          <p:cNvPr id="14" name="Text 12"/>
          <p:cNvSpPr/>
          <p:nvPr/>
        </p:nvSpPr>
        <p:spPr>
          <a:xfrm>
            <a:off x="4791456" y="127558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983480" y="1056132"/>
            <a:ext cx="1197864" cy="749808"/>
          </a:xfrm>
          <a:prstGeom prst="roundRect">
            <a:avLst>
              <a:gd name="adj" fmla="val 9756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F5D0A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92624" y="1110996"/>
            <a:ext cx="1289304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30" b="1" dirty="0">
                <a:solidFill>
                  <a:srgbClr val="1D4ED8"/>
                </a:solidFill>
                <a:latin typeface="Calibri" pitchFamily="34" charset="0"/>
                <a:cs typeface="Calibri" pitchFamily="34" charset="-120"/>
              </a:rPr>
              <a:t>Specialist</a:t>
            </a:r>
          </a:p>
          <a:p>
            <a:pPr marL="0" indent="0" algn="ctr">
              <a:buNone/>
            </a:pPr>
            <a:r>
              <a:rPr lang="en-US" sz="1530" b="1" dirty="0">
                <a:solidFill>
                  <a:srgbClr val="1D4ED8"/>
                </a:solidFill>
                <a:latin typeface="Calibri" pitchFamily="34" charset="0"/>
                <a:cs typeface="Calibri" pitchFamily="34" charset="-120"/>
              </a:rPr>
              <a:t>Agents</a:t>
            </a:r>
          </a:p>
        </p:txBody>
      </p:sp>
      <p:sp>
        <p:nvSpPr>
          <p:cNvPr id="17" name="Text 15"/>
          <p:cNvSpPr/>
          <p:nvPr/>
        </p:nvSpPr>
        <p:spPr>
          <a:xfrm>
            <a:off x="6208776" y="127558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400800" y="1056132"/>
            <a:ext cx="1005840" cy="749808"/>
          </a:xfrm>
          <a:prstGeom prst="roundRect">
            <a:avLst>
              <a:gd name="adj" fmla="val 9756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F5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19088" y="1110996"/>
            <a:ext cx="877824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30" b="1" dirty="0">
                <a:solidFill>
                  <a:srgbClr val="15803D"/>
                </a:solidFill>
                <a:latin typeface="Calibri" pitchFamily="34" charset="0"/>
                <a:cs typeface="Calibri" pitchFamily="34" charset="-120"/>
              </a:rPr>
              <a:t>Evaluator</a:t>
            </a:r>
          </a:p>
        </p:txBody>
      </p:sp>
      <p:sp>
        <p:nvSpPr>
          <p:cNvPr id="20" name="Text 18"/>
          <p:cNvSpPr/>
          <p:nvPr/>
        </p:nvSpPr>
        <p:spPr>
          <a:xfrm>
            <a:off x="7434072" y="128473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635240" y="1056132"/>
            <a:ext cx="960120" cy="749808"/>
          </a:xfrm>
          <a:prstGeom prst="roundRect">
            <a:avLst>
              <a:gd name="adj" fmla="val 9756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BD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626096" y="1110996"/>
            <a:ext cx="94183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30" b="1" dirty="0">
                <a:solidFill>
                  <a:srgbClr val="7C3AED"/>
                </a:solidFill>
                <a:latin typeface="Calibri" pitchFamily="34" charset="0"/>
                <a:cs typeface="Calibri" pitchFamily="34" charset="-120"/>
              </a:rPr>
              <a:t>Response</a:t>
            </a:r>
          </a:p>
        </p:txBody>
      </p:sp>
      <p:sp>
        <p:nvSpPr>
          <p:cNvPr id="23" name="Text 21"/>
          <p:cNvSpPr/>
          <p:nvPr/>
        </p:nvSpPr>
        <p:spPr>
          <a:xfrm>
            <a:off x="896112" y="2208276"/>
            <a:ext cx="7589520" cy="27980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lnSpcReduction="10000"/>
          </a:bodyPr>
          <a:lstStyle/>
          <a:p>
            <a:r>
              <a:rPr lang="en-US" sz="15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Student asks a concept or coding question.</a:t>
            </a:r>
          </a:p>
          <a:p>
            <a:pPr marL="342900" indent="-342900">
              <a:buAutoNum type="arabicPeriod"/>
            </a:pPr>
            <a:endParaRPr lang="en-US" sz="1550" dirty="0"/>
          </a:p>
          <a:p>
            <a:r>
              <a:rPr lang="en-US" sz="15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Tutor creates the session context and requests a safe plan.</a:t>
            </a:r>
          </a:p>
          <a:p>
            <a:endParaRPr lang="en-US" sz="1550" dirty="0"/>
          </a:p>
          <a:p>
            <a:r>
              <a:rPr lang="en-US" sz="15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Safety layer checks whether the intended actions are allowed.</a:t>
            </a:r>
          </a:p>
          <a:p>
            <a:endParaRPr lang="en-US" sz="1550" dirty="0"/>
          </a:p>
          <a:p>
            <a:r>
              <a:rPr lang="en-US" sz="15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Orchestrator decomposes the task and routes it via A2A.</a:t>
            </a:r>
          </a:p>
          <a:p>
            <a:endParaRPr lang="en-US" sz="1550" dirty="0"/>
          </a:p>
          <a:p>
            <a:r>
              <a:rPr lang="en-US" sz="15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Retrieval, teaching, code or quiz agents perform bounded subtasks.</a:t>
            </a:r>
          </a:p>
          <a:p>
            <a:endParaRPr lang="en-US" sz="1550" dirty="0"/>
          </a:p>
          <a:p>
            <a:r>
              <a:rPr lang="en-US" sz="15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Evaluator reviews correctness, clarity and safety.</a:t>
            </a:r>
          </a:p>
          <a:p>
            <a:endParaRPr lang="en-US" sz="1550" dirty="0"/>
          </a:p>
          <a:p>
            <a:r>
              <a:rPr lang="en-US" sz="15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Tutor returns the answer and optionally updates memory under consent.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896112" y="5715000"/>
            <a:ext cx="7315200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69264" y="5769864"/>
            <a:ext cx="716889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39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controls: bounded loops, timeouts, retries with backoff, and safe fallbacks when tools fail or consent is denied.</a:t>
            </a:r>
            <a:endParaRPr lang="en-US" sz="139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1: Concept Explanation with Retrieval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7680960" cy="566928"/>
          </a:xfrm>
          <a:prstGeom prst="roundRect">
            <a:avLst>
              <a:gd name="adj" fmla="val 12903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BD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13232" y="1152144"/>
            <a:ext cx="753465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2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user query: “Explain backpropagation with a Python example.”</a:t>
            </a:r>
            <a:endParaRPr lang="en-US" sz="1720" dirty="0"/>
          </a:p>
        </p:txBody>
      </p:sp>
      <p:sp>
        <p:nvSpPr>
          <p:cNvPr id="5" name="Shape 3"/>
          <p:cNvSpPr/>
          <p:nvPr/>
        </p:nvSpPr>
        <p:spPr>
          <a:xfrm>
            <a:off x="868680" y="2011680"/>
            <a:ext cx="411480" cy="411480"/>
          </a:xfrm>
          <a:prstGeom prst="roundRect">
            <a:avLst>
              <a:gd name="adj" fmla="val 26667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BBD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02996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Agent fetches trusted notes or documentation.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68680" y="2880360"/>
            <a:ext cx="411480" cy="411480"/>
          </a:xfrm>
          <a:prstGeom prst="roundRect">
            <a:avLst>
              <a:gd name="adj" fmla="val 26667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D7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92608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63040" y="2898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Agent builds a step-by-step explanation aligned to learner level.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8680" y="3749040"/>
            <a:ext cx="411480" cy="411480"/>
          </a:xfrm>
          <a:prstGeom prst="roundRect">
            <a:avLst>
              <a:gd name="adj" fmla="val 26667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BBD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379476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63040" y="376732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 checks correctness, pedagogy and uncertainty.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68680" y="4617720"/>
            <a:ext cx="411480" cy="411480"/>
          </a:xfrm>
          <a:prstGeom prst="roundRect">
            <a:avLst>
              <a:gd name="adj" fmla="val 26667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D7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466344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63040" y="463600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presents the final answer and can trigger a follow-up quiz.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693408" y="2075688"/>
            <a:ext cx="1490472" cy="2880360"/>
          </a:xfrm>
          <a:prstGeom prst="roundRect">
            <a:avLst>
              <a:gd name="adj" fmla="val 5714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DE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766560" y="2121408"/>
            <a:ext cx="1344168" cy="2834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3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multi-agent?</a:t>
            </a:r>
            <a:endParaRPr lang="en-US" sz="1630" dirty="0"/>
          </a:p>
          <a:p>
            <a:pPr marL="0" indent="0" algn="ctr">
              <a:buNone/>
            </a:pPr>
            <a:endParaRPr lang="en-US" sz="1630" dirty="0"/>
          </a:p>
          <a:p>
            <a:pPr marL="0" indent="0" algn="ctr">
              <a:buNone/>
            </a:pPr>
            <a:r>
              <a:rPr lang="en-US" sz="163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explanation;</a:t>
            </a:r>
            <a:endParaRPr lang="en-US" sz="1630" dirty="0"/>
          </a:p>
          <a:p>
            <a:pPr marL="0" indent="0" algn="ctr">
              <a:buNone/>
            </a:pPr>
            <a:r>
              <a:rPr lang="en-US" sz="163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review;</a:t>
            </a:r>
            <a:endParaRPr lang="en-US" sz="1630" dirty="0"/>
          </a:p>
          <a:p>
            <a:pPr marL="0" indent="0" algn="ctr">
              <a:buNone/>
            </a:pPr>
            <a:r>
              <a:rPr lang="en-US" sz="163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 audit trail;</a:t>
            </a:r>
            <a:endParaRPr lang="en-US" sz="1630" dirty="0"/>
          </a:p>
          <a:p>
            <a:pPr marL="0" indent="0" algn="ctr">
              <a:buNone/>
            </a:pPr>
            <a:r>
              <a:rPr lang="en-US" sz="163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across subjects</a:t>
            </a:r>
            <a:endParaRPr lang="en-US" sz="1630" dirty="0"/>
          </a:p>
        </p:txBody>
      </p:sp>
      <p:sp>
        <p:nvSpPr>
          <p:cNvPr id="19" name="Shape 17"/>
          <p:cNvSpPr/>
          <p:nvPr/>
        </p:nvSpPr>
        <p:spPr>
          <a:xfrm>
            <a:off x="868680" y="5486400"/>
            <a:ext cx="7315200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41832" y="5541264"/>
            <a:ext cx="716889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pattern: </a:t>
            </a:r>
            <a:r>
              <a:rPr lang="en-US" sz="14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evidence-backed explanation + optional example + optional quiz for remediation.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2: Programming Support &amp; Debugging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59536" y="1042416"/>
            <a:ext cx="7680960" cy="566928"/>
          </a:xfrm>
          <a:prstGeom prst="roundRect">
            <a:avLst>
              <a:gd name="adj" fmla="val 12903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F5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13232" y="1106424"/>
            <a:ext cx="753465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20" b="1" dirty="0">
                <a:solidFill>
                  <a:srgbClr val="1D4ED8"/>
                </a:solidFill>
                <a:latin typeface="Calibri" pitchFamily="34" charset="0"/>
                <a:cs typeface="Calibri" pitchFamily="34" charset="-120"/>
              </a:rPr>
              <a:t>Example query: “Debug this Python/Java code and verify the fix.”</a:t>
            </a:r>
          </a:p>
        </p:txBody>
      </p:sp>
      <p:sp>
        <p:nvSpPr>
          <p:cNvPr id="5" name="Shape 3"/>
          <p:cNvSpPr/>
          <p:nvPr/>
        </p:nvSpPr>
        <p:spPr>
          <a:xfrm>
            <a:off x="704088" y="1988820"/>
            <a:ext cx="3474720" cy="2743200"/>
          </a:xfrm>
          <a:prstGeom prst="roundRect">
            <a:avLst>
              <a:gd name="adj" fmla="val 2000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2688" y="224028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add(a, b)</a:t>
            </a:r>
            <a:endParaRPr lang="en-US" sz="1700" b="1" dirty="0"/>
          </a:p>
          <a:p>
            <a:pPr marL="0" indent="0">
              <a:buNone/>
            </a:pPr>
            <a:r>
              <a:rPr lang="en-US" sz="17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 + b</a:t>
            </a:r>
            <a:endParaRPr lang="en-US" sz="1700" b="1" dirty="0"/>
          </a:p>
          <a:p>
            <a:pPr marL="0" indent="0">
              <a:buNone/>
            </a:pPr>
            <a:endParaRPr lang="en-US" sz="1700" b="1" dirty="0"/>
          </a:p>
          <a:p>
            <a:pPr marL="0" indent="0">
              <a:buNone/>
            </a:pPr>
            <a:r>
              <a:rPr lang="en-US" sz="17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print(add(2, 3))</a:t>
            </a:r>
            <a:endParaRPr lang="en-US" sz="1700" b="1" dirty="0"/>
          </a:p>
        </p:txBody>
      </p:sp>
      <p:sp>
        <p:nvSpPr>
          <p:cNvPr id="7" name="Text 5"/>
          <p:cNvSpPr/>
          <p:nvPr/>
        </p:nvSpPr>
        <p:spPr>
          <a:xfrm>
            <a:off x="4526280" y="1920240"/>
            <a:ext cx="4215384" cy="288036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Safety agent checks whether code execution is allowed and requests user consent.</a:t>
            </a:r>
          </a:p>
          <a:p>
            <a:pPr marL="0" indent="0">
              <a:buNone/>
            </a:pP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Code Execution agent generates a patch or test case and invokes code_run in a sandbox.</a:t>
            </a:r>
          </a:p>
          <a:p>
            <a:pPr marL="0" indent="0">
              <a:buNone/>
            </a:pP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Sandbox enforces timeouts, resource limits and no-network execution by default.</a:t>
            </a:r>
          </a:p>
          <a:p>
            <a:pPr marL="0" indent="0">
              <a:buNone/>
            </a:pP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Evaluator verifies that the fix is correct, safe and clearly explained to the learner.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59536" y="5463540"/>
            <a:ext cx="7315200" cy="566928"/>
          </a:xfrm>
          <a:prstGeom prst="roundRect">
            <a:avLst>
              <a:gd name="adj" fmla="val 12903"/>
            </a:avLst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32688" y="5577840"/>
            <a:ext cx="716889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approval is denied or execution fails, the tutor falls back to a safe textual explanation and logs the event.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Implementation &amp; Technology Stack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23444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E8F0FF"/>
          </a:solidFill>
          <a:ln w="15875">
            <a:solidFill>
              <a:srgbClr val="E8F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94944" y="1289304"/>
            <a:ext cx="177393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1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510" dirty="0"/>
          </a:p>
          <a:p>
            <a:pPr marL="0" indent="0" algn="ctr">
              <a:buNone/>
            </a:pPr>
            <a:r>
              <a:rPr lang="en-US" sz="151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3.11/3.12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2798064" y="123444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15875">
            <a:solidFill>
              <a:srgbClr val="EE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871216" y="1289304"/>
            <a:ext cx="177393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1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Backend</a:t>
            </a:r>
            <a:endParaRPr lang="en-US" sz="1510" dirty="0"/>
          </a:p>
          <a:p>
            <a:pPr marL="0" indent="0" algn="ctr">
              <a:buNone/>
            </a:pPr>
            <a:r>
              <a:rPr lang="en-US" sz="151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510" dirty="0"/>
          </a:p>
          <a:p>
            <a:pPr marL="0" indent="0" algn="ctr">
              <a:buNone/>
            </a:pPr>
            <a:r>
              <a:rPr lang="en-US" sz="151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gemini-2.0-flash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ECFEFF"/>
          </a:solidFill>
          <a:ln w="15875">
            <a:solidFill>
              <a:srgbClr val="ECFE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2386584"/>
            <a:ext cx="177393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1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510" dirty="0"/>
          </a:p>
          <a:p>
            <a:pPr marL="0" indent="0" algn="ctr">
              <a:buNone/>
            </a:pPr>
            <a:r>
              <a:rPr lang="en-US" sz="151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 patterns</a:t>
            </a:r>
            <a:endParaRPr lang="en-US" sz="1510" dirty="0"/>
          </a:p>
          <a:p>
            <a:pPr marL="0" indent="0" algn="ctr">
              <a:buNone/>
            </a:pPr>
            <a:r>
              <a:rPr lang="en-US" sz="151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A2A routing</a:t>
            </a:r>
            <a:endParaRPr lang="en-US" sz="1510" dirty="0"/>
          </a:p>
        </p:txBody>
      </p:sp>
      <p:sp>
        <p:nvSpPr>
          <p:cNvPr id="9" name="Shape 7"/>
          <p:cNvSpPr/>
          <p:nvPr/>
        </p:nvSpPr>
        <p:spPr>
          <a:xfrm>
            <a:off x="2798064" y="233172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FEFCE8"/>
          </a:solidFill>
          <a:ln w="15875">
            <a:solidFill>
              <a:srgbClr val="FEF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71216" y="2386584"/>
            <a:ext cx="177393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510" b="1" dirty="0">
                <a:solidFill>
                  <a:srgbClr val="A1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510" dirty="0"/>
          </a:p>
          <a:p>
            <a:pPr marL="0" indent="0" algn="ctr">
              <a:buNone/>
            </a:pPr>
            <a:r>
              <a:rPr lang="en-US" sz="1510" b="1" dirty="0">
                <a:solidFill>
                  <a:srgbClr val="A1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+</a:t>
            </a:r>
            <a:endParaRPr lang="en-US" sz="1510" dirty="0"/>
          </a:p>
          <a:p>
            <a:pPr marL="0" indent="0" algn="ctr">
              <a:buNone/>
            </a:pPr>
            <a:r>
              <a:rPr lang="en-US" sz="1510" b="1" dirty="0">
                <a:solidFill>
                  <a:srgbClr val="A1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510" dirty="0"/>
          </a:p>
        </p:txBody>
      </p:sp>
      <p:sp>
        <p:nvSpPr>
          <p:cNvPr id="11" name="Shape 9"/>
          <p:cNvSpPr/>
          <p:nvPr/>
        </p:nvSpPr>
        <p:spPr>
          <a:xfrm>
            <a:off x="621792" y="342900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94944" y="3483864"/>
            <a:ext cx="177393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1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APIs</a:t>
            </a:r>
            <a:endParaRPr lang="en-US" sz="1510" dirty="0"/>
          </a:p>
          <a:p>
            <a:pPr marL="0" indent="0" algn="ctr">
              <a:buNone/>
            </a:pPr>
            <a:r>
              <a:rPr lang="en-US" sz="151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</a:t>
            </a:r>
            <a:endParaRPr lang="en-US" sz="1510" dirty="0"/>
          </a:p>
          <a:p>
            <a:pPr marL="0" indent="0" algn="ctr">
              <a:buNone/>
            </a:pPr>
            <a:r>
              <a:rPr lang="en-US" sz="151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schemas</a:t>
            </a:r>
            <a:endParaRPr lang="en-US" sz="1510" dirty="0"/>
          </a:p>
        </p:txBody>
      </p:sp>
      <p:sp>
        <p:nvSpPr>
          <p:cNvPr id="13" name="Shape 11"/>
          <p:cNvSpPr/>
          <p:nvPr/>
        </p:nvSpPr>
        <p:spPr>
          <a:xfrm>
            <a:off x="2798064" y="342900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FEF2F2"/>
          </a:solidFill>
          <a:ln w="15875">
            <a:solidFill>
              <a:srgbClr val="FE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871216" y="3483864"/>
            <a:ext cx="177393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1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</a:t>
            </a:r>
            <a:endParaRPr lang="en-US" sz="1510" dirty="0"/>
          </a:p>
          <a:p>
            <a:pPr marL="0" indent="0" algn="ctr">
              <a:buNone/>
            </a:pPr>
            <a:r>
              <a:rPr lang="en-US" sz="151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RestrictedPython</a:t>
            </a:r>
            <a:endParaRPr lang="en-US" sz="1510" dirty="0"/>
          </a:p>
          <a:p>
            <a:pPr marL="0" indent="0" algn="ctr">
              <a:buNone/>
            </a:pPr>
            <a:r>
              <a:rPr lang="en-US" sz="151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limits</a:t>
            </a:r>
            <a:endParaRPr lang="en-US" sz="1510" dirty="0"/>
          </a:p>
        </p:txBody>
      </p:sp>
      <p:sp>
        <p:nvSpPr>
          <p:cNvPr id="16" name="Text 14"/>
          <p:cNvSpPr/>
          <p:nvPr/>
        </p:nvSpPr>
        <p:spPr>
          <a:xfrm>
            <a:off x="5212080" y="1481328"/>
            <a:ext cx="27432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16</a:t>
            </a:fld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F1C9418-F9D8-64A2-022F-3C3FD840E0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4336" y="1197864"/>
            <a:ext cx="3722654" cy="499262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Methodology &amp; Illustrative Scorecard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84634" y="1408176"/>
            <a:ext cx="1828800" cy="9144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BD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57786" y="1463040"/>
            <a:ext cx="168249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Effectiveness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success, correctness, explanation quality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2587754" y="1408176"/>
            <a:ext cx="1828800" cy="9144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D7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660906" y="1463040"/>
            <a:ext cx="168249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calls, latency, compute cost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02921" y="2971800"/>
            <a:ext cx="1828800" cy="9144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F2E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76073" y="3026664"/>
            <a:ext cx="168249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A1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A1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under failures and noise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2606041" y="2971800"/>
            <a:ext cx="1828800" cy="9144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DE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79193" y="3026664"/>
            <a:ext cx="168249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alignment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unsafe calls, refusals, policy compliance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02921" y="4663440"/>
            <a:ext cx="3749040" cy="1234440"/>
          </a:xfrm>
          <a:prstGeom prst="roundRect">
            <a:avLst>
              <a:gd name="adj" fmla="val 5926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76073" y="4608576"/>
            <a:ext cx="3602736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principle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whole agent trajectory — plan, tool calls, reviews and policy decisions — not only the final answer.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17</a:t>
            </a:fld>
            <a:endParaRPr lang="en-US"/>
          </a:p>
        </p:txBody>
      </p:sp>
      <p:pic>
        <p:nvPicPr>
          <p:cNvPr id="21" name="Picture 20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06F4411-1B80-1BB9-6DEF-BCAF46EFD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199" y="1395793"/>
            <a:ext cx="4195762" cy="450208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3D6D5-3D57-E20D-3A60-CC8D338AC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24" y="160337"/>
            <a:ext cx="4471416" cy="607918"/>
          </a:xfrm>
        </p:spPr>
        <p:txBody>
          <a:bodyPr>
            <a:noAutofit/>
          </a:bodyPr>
          <a:lstStyle/>
          <a:p>
            <a:r>
              <a:rPr lang="en-US" sz="3600" b="1" dirty="0">
                <a:solidFill>
                  <a:srgbClr val="0B55D8"/>
                </a:solidFill>
                <a:latin typeface="Calibri" pitchFamily="34" charset="0"/>
                <a:cs typeface="Calibri" pitchFamily="34" charset="-120"/>
              </a:rPr>
              <a:t>Publications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93A51-8A1C-7FC7-0047-DE5E481952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5531645"/>
          </a:xfrm>
        </p:spPr>
        <p:txBody>
          <a:bodyPr>
            <a:normAutofit fontScale="32500" lnSpcReduction="20000"/>
          </a:bodyPr>
          <a:lstStyle/>
          <a:p>
            <a:pPr marL="0" indent="0">
              <a:buNone/>
            </a:pPr>
            <a:r>
              <a:rPr lang="en-US" sz="5100" b="1" dirty="0">
                <a:solidFill>
                  <a:schemeClr val="accent6">
                    <a:lumMod val="75000"/>
                  </a:schemeClr>
                </a:solidFill>
              </a:rPr>
              <a:t> </a:t>
            </a:r>
            <a:r>
              <a:rPr lang="en-US" sz="5100" b="1" u="sng" dirty="0">
                <a:solidFill>
                  <a:schemeClr val="accent6">
                    <a:lumMod val="75000"/>
                  </a:schemeClr>
                </a:solidFill>
              </a:rPr>
              <a:t>Please find few of my publications</a:t>
            </a:r>
            <a:endParaRPr lang="en-IN" sz="5100" dirty="0">
              <a:solidFill>
                <a:schemeClr val="accent6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IN" sz="5100" dirty="0"/>
          </a:p>
          <a:p>
            <a:r>
              <a:rPr lang="en-US" sz="5100" b="1" dirty="0">
                <a:solidFill>
                  <a:srgbClr val="7030A0"/>
                </a:solidFill>
              </a:rPr>
              <a:t>A2A vs MCP: Comparing Google’s Agent-to-Agent Protocol with </a:t>
            </a:r>
            <a:r>
              <a:rPr lang="en-US" sz="5100" b="1" dirty="0" err="1">
                <a:solidFill>
                  <a:srgbClr val="7030A0"/>
                </a:solidFill>
              </a:rPr>
              <a:t>Anthropic’s</a:t>
            </a:r>
            <a:r>
              <a:rPr lang="en-US" sz="5100" b="1" dirty="0">
                <a:solidFill>
                  <a:srgbClr val="7030A0"/>
                </a:solidFill>
              </a:rPr>
              <a:t> Model Context Protocol: </a:t>
            </a:r>
            <a:r>
              <a:rPr lang="en-US" sz="5100" u="sng" dirty="0">
                <a:hlinkClick r:id="rId2"/>
              </a:rPr>
              <a:t>https://medium.com/@saha.soumyadeep90/a2a-vs-mcp-comparing-googles-agent-to-agent-protocol-with-openai-s-model-context-protocol-6798491cc87e</a:t>
            </a:r>
            <a:endParaRPr lang="en-IN" sz="5100" dirty="0"/>
          </a:p>
          <a:p>
            <a:pPr marL="0" indent="0">
              <a:buNone/>
            </a:pPr>
            <a:endParaRPr lang="en-IN" sz="5100" dirty="0"/>
          </a:p>
          <a:p>
            <a:r>
              <a:rPr lang="en-US" sz="5100" b="1" dirty="0">
                <a:solidFill>
                  <a:srgbClr val="7030A0"/>
                </a:solidFill>
              </a:rPr>
              <a:t>Agent2Agent Protocol: Building the Language of AI Collaboration:</a:t>
            </a:r>
            <a:r>
              <a:rPr lang="en-US" sz="5100" dirty="0">
                <a:solidFill>
                  <a:srgbClr val="7030A0"/>
                </a:solidFill>
              </a:rPr>
              <a:t> </a:t>
            </a:r>
            <a:r>
              <a:rPr lang="en-US" sz="5100" u="sng" dirty="0">
                <a:hlinkClick r:id="rId3"/>
              </a:rPr>
              <a:t>https://medium.com/@saha.soumyadeep90/understanding-the-agent2agent-protocol-the-future-of-autonomous-system-communication-cbfa51bff502</a:t>
            </a:r>
            <a:endParaRPr lang="en-IN" sz="5100" dirty="0"/>
          </a:p>
          <a:p>
            <a:pPr marL="0" indent="0">
              <a:buNone/>
            </a:pPr>
            <a:endParaRPr lang="en-IN" sz="5100" dirty="0">
              <a:solidFill>
                <a:srgbClr val="7030A0"/>
              </a:solidFill>
            </a:endParaRPr>
          </a:p>
          <a:p>
            <a:r>
              <a:rPr lang="en-US" sz="5100" b="1" dirty="0">
                <a:solidFill>
                  <a:srgbClr val="7030A0"/>
                </a:solidFill>
              </a:rPr>
              <a:t>Search, Retrieve, Respond: Model Context Protocol (MCP):</a:t>
            </a:r>
            <a:r>
              <a:rPr lang="en-US" sz="5100" dirty="0">
                <a:solidFill>
                  <a:srgbClr val="7030A0"/>
                </a:solidFill>
              </a:rPr>
              <a:t> </a:t>
            </a:r>
            <a:r>
              <a:rPr lang="en-US" sz="5100" u="sng" dirty="0">
                <a:hlinkClick r:id="rId4"/>
              </a:rPr>
              <a:t>https://medium.com/@saha.soumyadeep90/search-retrieve-respond-model-context-protocol-with-elasticsearch-010d60f08e26</a:t>
            </a:r>
            <a:endParaRPr lang="en-IN" sz="5100" dirty="0"/>
          </a:p>
          <a:p>
            <a:pPr marL="0" indent="0">
              <a:buNone/>
            </a:pPr>
            <a:br>
              <a:rPr lang="en-US" sz="5100" dirty="0"/>
            </a:br>
            <a:r>
              <a:rPr lang="en-US" sz="5100" b="1" u="sng" dirty="0">
                <a:solidFill>
                  <a:schemeClr val="accent6">
                    <a:lumMod val="75000"/>
                  </a:schemeClr>
                </a:solidFill>
              </a:rPr>
              <a:t>You need to have a google Kaggle account to access this</a:t>
            </a:r>
            <a:endParaRPr lang="en-IN" sz="5100" dirty="0">
              <a:solidFill>
                <a:schemeClr val="accent6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IN" sz="5100" dirty="0"/>
          </a:p>
          <a:p>
            <a:r>
              <a:rPr lang="en-US" sz="5100" b="1" dirty="0">
                <a:solidFill>
                  <a:srgbClr val="7030A0"/>
                </a:solidFill>
              </a:rPr>
              <a:t>My Kaggle competition documentations: </a:t>
            </a:r>
            <a:r>
              <a:rPr lang="en-US" sz="5100" u="sng" dirty="0">
                <a:hlinkClick r:id="rId5"/>
              </a:rPr>
              <a:t>https://www.kaggle.com/competitions/agents-intensive-capstone-project/writeups/a-multi-agent-teaching-system-for-ai-ml-dl-and-pro</a:t>
            </a:r>
            <a:r>
              <a:rPr lang="en-US" sz="5100" dirty="0"/>
              <a:t> </a:t>
            </a:r>
            <a:endParaRPr lang="en-IN" sz="5100" dirty="0"/>
          </a:p>
          <a:p>
            <a:pPr marL="0" indent="0">
              <a:buNone/>
            </a:pPr>
            <a:endParaRPr lang="en-IN" sz="5100" dirty="0"/>
          </a:p>
          <a:p>
            <a:r>
              <a:rPr lang="en-US" sz="5100" b="1" dirty="0">
                <a:solidFill>
                  <a:srgbClr val="7030A0"/>
                </a:solidFill>
              </a:rPr>
              <a:t>My Kaggle competition working code: </a:t>
            </a:r>
            <a:r>
              <a:rPr lang="en-US" sz="5100" u="sng" dirty="0">
                <a:hlinkClick r:id="rId6"/>
              </a:rPr>
              <a:t>https://www.kaggle.com/code/soumyadeepsaha999/google-soumyadeep-capstone-project</a:t>
            </a:r>
            <a:endParaRPr lang="en-IN" sz="51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3752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80706D-A9E1-4D91-AE2C-966C9A2D8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B920E-049F-5437-451C-89E30486E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24" y="160337"/>
            <a:ext cx="4471416" cy="607918"/>
          </a:xfrm>
        </p:spPr>
        <p:txBody>
          <a:bodyPr>
            <a:noAutofit/>
          </a:bodyPr>
          <a:lstStyle/>
          <a:p>
            <a:r>
              <a:rPr lang="en-US" sz="3600" b="1" dirty="0">
                <a:solidFill>
                  <a:srgbClr val="0B55D8"/>
                </a:solidFill>
                <a:latin typeface="Calibri" pitchFamily="34" charset="0"/>
                <a:cs typeface="Calibri" pitchFamily="34" charset="-12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75BCB-2EDF-4D5A-70F7-7B4330635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00842"/>
            <a:ext cx="8229600" cy="5796821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6000" b="1" dirty="0">
                <a:solidFill>
                  <a:schemeClr val="accent6">
                    <a:lumMod val="75000"/>
                  </a:schemeClr>
                </a:solidFill>
              </a:rPr>
              <a:t>Read the </a:t>
            </a:r>
            <a:r>
              <a:rPr lang="en-IN" sz="6000" b="1" u="sng" dirty="0">
                <a:solidFill>
                  <a:schemeClr val="accent6">
                    <a:lumMod val="75000"/>
                  </a:schemeClr>
                </a:solidFill>
              </a:rPr>
              <a:t>“Introduction to Agents” whitepaper</a:t>
            </a:r>
            <a:r>
              <a:rPr lang="en-IN" sz="6000" b="1" dirty="0">
                <a:solidFill>
                  <a:schemeClr val="accent6">
                    <a:lumMod val="75000"/>
                  </a:schemeClr>
                </a:solidFill>
              </a:rPr>
              <a:t>:</a:t>
            </a:r>
            <a:r>
              <a:rPr lang="en-IN" sz="60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IN" sz="6000" u="sng" dirty="0">
                <a:hlinkClick r:id="rId2"/>
              </a:rPr>
              <a:t>https://www.kaggle.com/whitepaper-introduction-to-agents</a:t>
            </a:r>
            <a:endParaRPr lang="en-IN" sz="6000" dirty="0"/>
          </a:p>
          <a:p>
            <a:pPr marL="0" indent="0">
              <a:buNone/>
            </a:pPr>
            <a:r>
              <a:rPr lang="en-IN" sz="6000" dirty="0"/>
              <a:t> </a:t>
            </a:r>
          </a:p>
          <a:p>
            <a:pPr marL="0" indent="0">
              <a:buNone/>
            </a:pPr>
            <a:r>
              <a:rPr lang="en-IN" sz="6000" b="1" u="sng" dirty="0">
                <a:solidFill>
                  <a:schemeClr val="accent6">
                    <a:lumMod val="75000"/>
                  </a:schemeClr>
                </a:solidFill>
              </a:rPr>
              <a:t>Agent Tools &amp; Interoperability with Model Context Protocol (MCP)</a:t>
            </a:r>
            <a:endParaRPr lang="en-IN" sz="6000" dirty="0">
              <a:solidFill>
                <a:schemeClr val="accent6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IN" sz="6000" dirty="0"/>
              <a:t>Read the </a:t>
            </a:r>
            <a:r>
              <a:rPr lang="en-IN" sz="6000" dirty="0">
                <a:hlinkClick r:id="rId3"/>
              </a:rPr>
              <a:t>“Agent Tools &amp; Interoperability with Model Context Protocol (MCP)” whitepaper</a:t>
            </a:r>
            <a:r>
              <a:rPr lang="en-IN" sz="6000" dirty="0"/>
              <a:t>: </a:t>
            </a:r>
            <a:r>
              <a:rPr lang="en-IN" sz="6000" u="sng" dirty="0">
                <a:hlinkClick r:id="rId3"/>
              </a:rPr>
              <a:t>https://www.kaggle.com/whitepaper-agent-tools-and-interoperability-with-mcp</a:t>
            </a:r>
            <a:r>
              <a:rPr lang="en-IN" sz="6000" dirty="0"/>
              <a:t> </a:t>
            </a:r>
          </a:p>
          <a:p>
            <a:pPr marL="0" indent="0">
              <a:buNone/>
            </a:pPr>
            <a:r>
              <a:rPr lang="en-IN" sz="6000" dirty="0"/>
              <a:t> </a:t>
            </a:r>
          </a:p>
          <a:p>
            <a:pPr marL="0" indent="0">
              <a:buNone/>
            </a:pPr>
            <a:r>
              <a:rPr lang="en-IN" sz="6000" b="1" u="sng" dirty="0">
                <a:solidFill>
                  <a:schemeClr val="accent6">
                    <a:lumMod val="75000"/>
                  </a:schemeClr>
                </a:solidFill>
              </a:rPr>
              <a:t>Context Engineering: Sessions &amp; Memory</a:t>
            </a:r>
            <a:endParaRPr lang="en-IN" sz="6000" dirty="0">
              <a:solidFill>
                <a:schemeClr val="accent6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IN" sz="6000" dirty="0"/>
              <a:t>Read the Context Engineering: Sessions &amp; Memory whitepaper: </a:t>
            </a:r>
            <a:r>
              <a:rPr lang="en-IN" sz="6000" u="sng" dirty="0">
                <a:hlinkClick r:id="rId4"/>
              </a:rPr>
              <a:t>https://www.kaggle.com/whitepaper-context-engineering-sessions-and-memory</a:t>
            </a:r>
            <a:r>
              <a:rPr lang="en-IN" sz="6000" dirty="0"/>
              <a:t> </a:t>
            </a:r>
          </a:p>
          <a:p>
            <a:pPr marL="0" indent="0">
              <a:buNone/>
            </a:pPr>
            <a:r>
              <a:rPr lang="en-IN" sz="6000" dirty="0"/>
              <a:t> </a:t>
            </a:r>
          </a:p>
          <a:p>
            <a:pPr marL="0" indent="0">
              <a:buNone/>
            </a:pPr>
            <a:r>
              <a:rPr lang="en-IN" sz="6000" b="1" u="sng" dirty="0">
                <a:solidFill>
                  <a:schemeClr val="accent6">
                    <a:lumMod val="75000"/>
                  </a:schemeClr>
                </a:solidFill>
              </a:rPr>
              <a:t>Agent Quality</a:t>
            </a:r>
            <a:endParaRPr lang="en-IN" sz="6000" dirty="0">
              <a:solidFill>
                <a:schemeClr val="accent6">
                  <a:lumMod val="75000"/>
                </a:schemeClr>
              </a:solidFill>
            </a:endParaRPr>
          </a:p>
          <a:p>
            <a:pPr marL="0" indent="0" fontAlgn="base">
              <a:buNone/>
            </a:pPr>
            <a:r>
              <a:rPr lang="en-IN" sz="6000" dirty="0"/>
              <a:t>Read the Agent Quality whitepaper: </a:t>
            </a:r>
            <a:r>
              <a:rPr lang="en-IN" sz="6000" u="sng" dirty="0">
                <a:hlinkClick r:id="rId5"/>
              </a:rPr>
              <a:t>https://www.kaggle.com/whitepaper-agent-quality</a:t>
            </a:r>
            <a:r>
              <a:rPr lang="en-IN" sz="6000" dirty="0"/>
              <a:t> </a:t>
            </a:r>
          </a:p>
          <a:p>
            <a:pPr marL="0" indent="0">
              <a:buNone/>
            </a:pPr>
            <a:r>
              <a:rPr lang="en-IN" sz="6000" dirty="0"/>
              <a:t> </a:t>
            </a:r>
          </a:p>
          <a:p>
            <a:pPr marL="0" indent="0">
              <a:buNone/>
            </a:pPr>
            <a:r>
              <a:rPr lang="en-IN" sz="6000" b="1" u="sng" dirty="0">
                <a:solidFill>
                  <a:schemeClr val="accent6">
                    <a:lumMod val="75000"/>
                  </a:schemeClr>
                </a:solidFill>
              </a:rPr>
              <a:t>Prototype to Production</a:t>
            </a:r>
            <a:endParaRPr lang="en-IN" sz="6000" dirty="0">
              <a:solidFill>
                <a:schemeClr val="accent6">
                  <a:lumMod val="75000"/>
                </a:schemeClr>
              </a:solidFill>
            </a:endParaRPr>
          </a:p>
          <a:p>
            <a:pPr marL="0" indent="0" fontAlgn="base">
              <a:buNone/>
            </a:pPr>
            <a:r>
              <a:rPr lang="en-IN" sz="6000" dirty="0"/>
              <a:t>Read the Prototype to Production whitepaper: </a:t>
            </a:r>
            <a:r>
              <a:rPr lang="en-IN" sz="6000" u="sng" dirty="0">
                <a:hlinkClick r:id="rId6"/>
              </a:rPr>
              <a:t>https://www.kaggle.com/whitepaper-prototype-to-production</a:t>
            </a:r>
            <a:r>
              <a:rPr lang="en-IN" sz="6000" dirty="0"/>
              <a:t> </a:t>
            </a:r>
          </a:p>
          <a:p>
            <a:pPr marL="0" indent="0" fontAlgn="base">
              <a:buNone/>
            </a:pPr>
            <a:r>
              <a:rPr lang="en-IN" sz="6000" dirty="0"/>
              <a:t> </a:t>
            </a:r>
          </a:p>
          <a:p>
            <a:pPr marL="0" indent="0" fontAlgn="base">
              <a:buNone/>
            </a:pPr>
            <a:r>
              <a:rPr lang="en-IN" sz="6000" b="1" u="sng" dirty="0">
                <a:solidFill>
                  <a:schemeClr val="accent6">
                    <a:lumMod val="75000"/>
                  </a:schemeClr>
                </a:solidFill>
              </a:rPr>
              <a:t>Adaptation of Agentic AI:</a:t>
            </a:r>
            <a:r>
              <a:rPr lang="en-IN" sz="60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IN" sz="6000" u="sng" dirty="0">
                <a:hlinkClick r:id="rId7"/>
              </a:rPr>
              <a:t>https://arxiv.org/pdf/2512.16301</a:t>
            </a:r>
            <a:endParaRPr lang="en-IN" sz="6000" dirty="0"/>
          </a:p>
          <a:p>
            <a:pPr marL="0" indent="0" fontAlgn="base">
              <a:buNone/>
            </a:pPr>
            <a:r>
              <a:rPr lang="en-IN" sz="6000" dirty="0"/>
              <a:t> </a:t>
            </a:r>
          </a:p>
          <a:p>
            <a:pPr marL="0" indent="0" fontAlgn="base">
              <a:buNone/>
            </a:pPr>
            <a:endParaRPr lang="en-IN" sz="6000" dirty="0"/>
          </a:p>
          <a:p>
            <a:pPr marL="0" indent="0">
              <a:buNone/>
            </a:pPr>
            <a:r>
              <a:rPr lang="en-IN" sz="6000" b="1" dirty="0">
                <a:solidFill>
                  <a:srgbClr val="7030A0"/>
                </a:solidFill>
              </a:rPr>
              <a:t>Recording Demo Link: </a:t>
            </a:r>
            <a:r>
              <a:rPr lang="en-IN" sz="6000" u="sng" dirty="0">
                <a:solidFill>
                  <a:srgbClr val="0432FF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https://www.loom.com/share/a0f621e993bd41b0bb020a0ced91228e</a:t>
            </a:r>
            <a:endParaRPr lang="en-IN" sz="6000" dirty="0">
              <a:solidFill>
                <a:srgbClr val="0432FF"/>
              </a:solidFill>
            </a:endParaRPr>
          </a:p>
          <a:p>
            <a:pPr marL="0" indent="0">
              <a:buNone/>
            </a:pPr>
            <a:r>
              <a:rPr lang="en-IN" sz="6000" dirty="0">
                <a:solidFill>
                  <a:srgbClr val="7030A0"/>
                </a:solidFill>
              </a:rPr>
              <a:t> </a:t>
            </a:r>
          </a:p>
          <a:p>
            <a:pPr marL="0" indent="0">
              <a:buNone/>
            </a:pPr>
            <a:r>
              <a:rPr lang="en-IN" sz="6000" b="1" dirty="0">
                <a:solidFill>
                  <a:srgbClr val="7030A0"/>
                </a:solidFill>
              </a:rPr>
              <a:t>GitHub Code commit link: </a:t>
            </a:r>
            <a:r>
              <a:rPr lang="en-IN" sz="6000" dirty="0">
                <a:solidFill>
                  <a:srgbClr val="0432FF"/>
                </a:solidFill>
              </a:rPr>
              <a:t>https://</a:t>
            </a:r>
            <a:r>
              <a:rPr lang="en-IN" sz="6000" dirty="0" err="1">
                <a:solidFill>
                  <a:srgbClr val="0432FF"/>
                </a:solidFill>
              </a:rPr>
              <a:t>github.com</a:t>
            </a:r>
            <a:r>
              <a:rPr lang="en-IN" sz="6000" dirty="0">
                <a:solidFill>
                  <a:srgbClr val="0432FF"/>
                </a:solidFill>
              </a:rPr>
              <a:t>/</a:t>
            </a:r>
            <a:r>
              <a:rPr lang="en-IN" sz="6000" dirty="0" err="1">
                <a:solidFill>
                  <a:srgbClr val="0432FF"/>
                </a:solidFill>
              </a:rPr>
              <a:t>soumyadeep-saha</a:t>
            </a:r>
            <a:r>
              <a:rPr lang="en-IN" sz="6000" dirty="0">
                <a:solidFill>
                  <a:srgbClr val="0432FF"/>
                </a:solidFill>
              </a:rPr>
              <a:t>/M25AI1015_MTP_EduSmartLearn/tree/main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6027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5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Conclusion, Limitations &amp; Future Work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2560320" cy="4160520"/>
          </a:xfrm>
          <a:prstGeom prst="roundRect">
            <a:avLst>
              <a:gd name="adj" fmla="val 2857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BD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152144"/>
            <a:ext cx="2414016" cy="4050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62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endParaRPr lang="en-US" sz="1620" dirty="0"/>
          </a:p>
          <a:p>
            <a:pPr marL="0" indent="0" algn="l">
              <a:buNone/>
            </a:pPr>
            <a:endParaRPr lang="en-US" sz="1620" dirty="0"/>
          </a:p>
          <a:p>
            <a:pPr algn="l"/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Protocol-first multi-agent design improves control and observability.</a:t>
            </a:r>
          </a:p>
          <a:p>
            <a:pPr marL="342900" indent="-342900" algn="l">
              <a:buAutoNum type="arabicPeriod"/>
            </a:pPr>
            <a:endParaRPr lang="en-US" sz="1620" dirty="0"/>
          </a:p>
          <a:p>
            <a:pPr marL="0" indent="0" algn="l">
              <a:buNone/>
            </a:pP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clarifies agent collaboration; MCP standardizes safe tool access.</a:t>
            </a:r>
          </a:p>
          <a:p>
            <a:pPr marL="0" indent="0" algn="l">
              <a:buNone/>
            </a:pPr>
            <a:endParaRPr lang="en-US" sz="1620" dirty="0"/>
          </a:p>
          <a:p>
            <a:pPr marL="0" indent="0" algn="l">
              <a:buNone/>
            </a:pP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layers, consent and logging make the tutor more deployable in institutional settings.</a:t>
            </a:r>
            <a:endParaRPr lang="en-US" sz="1620" dirty="0"/>
          </a:p>
        </p:txBody>
      </p:sp>
      <p:sp>
        <p:nvSpPr>
          <p:cNvPr id="5" name="Shape 3"/>
          <p:cNvSpPr/>
          <p:nvPr/>
        </p:nvSpPr>
        <p:spPr>
          <a:xfrm>
            <a:off x="3282696" y="1097280"/>
            <a:ext cx="2514600" cy="4160520"/>
          </a:xfrm>
          <a:prstGeom prst="roundRect">
            <a:avLst>
              <a:gd name="adj" fmla="val 2909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F5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355848" y="1234440"/>
            <a:ext cx="2368296" cy="3456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62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endParaRPr lang="en-US" sz="1620" dirty="0"/>
          </a:p>
          <a:p>
            <a:pPr marL="0" indent="0" algn="l">
              <a:buNone/>
            </a:pPr>
            <a:endParaRPr lang="en-US" sz="1620" dirty="0"/>
          </a:p>
          <a:p>
            <a:pPr marL="0" indent="0" algn="l">
              <a:buNone/>
            </a:pP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depend on prototype maturity and backend behavior.</a:t>
            </a:r>
          </a:p>
          <a:p>
            <a:pPr marL="0" indent="0" algn="l">
              <a:buNone/>
            </a:pPr>
            <a:endParaRPr lang="en-US" sz="1620" dirty="0"/>
          </a:p>
          <a:p>
            <a:pPr marL="0" indent="0" algn="l">
              <a:buNone/>
            </a:pP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 user studies are still pending.</a:t>
            </a:r>
          </a:p>
          <a:p>
            <a:pPr marL="0" indent="0" algn="l">
              <a:buNone/>
            </a:pPr>
            <a:endParaRPr lang="en-US" sz="1620" dirty="0"/>
          </a:p>
          <a:p>
            <a:pPr marL="0" indent="0" algn="l">
              <a:buNone/>
            </a:pP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Personalization through memory must be governed carefully to avoid privacy risk.</a:t>
            </a:r>
            <a:endParaRPr lang="en-US" sz="1620" dirty="0"/>
          </a:p>
        </p:txBody>
      </p:sp>
      <p:sp>
        <p:nvSpPr>
          <p:cNvPr id="7" name="Shape 5"/>
          <p:cNvSpPr/>
          <p:nvPr/>
        </p:nvSpPr>
        <p:spPr>
          <a:xfrm>
            <a:off x="5952744" y="1152144"/>
            <a:ext cx="2606040" cy="4160520"/>
          </a:xfrm>
          <a:prstGeom prst="roundRect">
            <a:avLst>
              <a:gd name="adj" fmla="val 2807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5875">
            <a:solidFill>
              <a:srgbClr val="BDE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035040" y="1362456"/>
            <a:ext cx="2459736" cy="3840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20" dirty="0">
              <a:solidFill>
                <a:srgbClr val="7030A0"/>
              </a:solidFill>
            </a:endParaRPr>
          </a:p>
          <a:p>
            <a:pPr marL="0" indent="0" algn="l">
              <a:buNone/>
            </a:pPr>
            <a:endParaRPr lang="en-US" sz="1620" dirty="0"/>
          </a:p>
          <a:p>
            <a:pPr marL="0" indent="0" algn="l">
              <a:buNone/>
            </a:pP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studies with students and LMS integration.</a:t>
            </a:r>
          </a:p>
          <a:p>
            <a:pPr marL="0" indent="0" algn="l">
              <a:buNone/>
            </a:pPr>
            <a:endParaRPr lang="en-US" sz="1620" dirty="0"/>
          </a:p>
          <a:p>
            <a:pPr marL="0" indent="0" algn="l">
              <a:buNone/>
            </a:pP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prompt-injection and policy defenses.</a:t>
            </a:r>
          </a:p>
          <a:p>
            <a:pPr marL="0" indent="0" algn="l">
              <a:buNone/>
            </a:pPr>
            <a:endParaRPr lang="en-US" sz="1620" dirty="0"/>
          </a:p>
          <a:p>
            <a:pPr marL="0" indent="0" algn="l">
              <a:buNone/>
            </a:pP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evaluation / CI-CD for production readiness.</a:t>
            </a:r>
          </a:p>
          <a:p>
            <a:pPr marL="0" indent="0" algn="l">
              <a:buNone/>
            </a:pPr>
            <a:endParaRPr lang="en-US" sz="1620" dirty="0"/>
          </a:p>
          <a:p>
            <a:pPr marL="0" indent="0" algn="l">
              <a:buNone/>
            </a:pPr>
            <a:r>
              <a:rPr lang="en-US" sz="162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to more subjects, voice-based tutoring and classroom bots.</a:t>
            </a:r>
            <a:endParaRPr lang="en-US" sz="1620" dirty="0"/>
          </a:p>
        </p:txBody>
      </p:sp>
      <p:sp>
        <p:nvSpPr>
          <p:cNvPr id="11" name="Text 9"/>
          <p:cNvSpPr/>
          <p:nvPr/>
        </p:nvSpPr>
        <p:spPr>
          <a:xfrm>
            <a:off x="7452360" y="6053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370832" y="6592824"/>
            <a:ext cx="36576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A902D2-04D9-CD89-855A-092F169F2E67}"/>
              </a:ext>
            </a:extLst>
          </p:cNvPr>
          <p:cNvSpPr txBox="1"/>
          <p:nvPr/>
        </p:nvSpPr>
        <p:spPr>
          <a:xfrm>
            <a:off x="7264908" y="5868662"/>
            <a:ext cx="1171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a92b963-a5f9-43cb-8a19-91f158325a2f}" enabled="1" method="Standard" siteId="{bcfa3e87-841e-48c7-983b-584159dd1a69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3890</TotalTime>
  <Words>2003</Words>
  <Application>Microsoft Macintosh PowerPoint</Application>
  <PresentationFormat>On-screen Show (4:3)</PresentationFormat>
  <Paragraphs>390</Paragraphs>
  <Slides>20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Publications</vt:lpstr>
      <vt:lpstr>References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Saha, Soumyadeep</cp:lastModifiedBy>
  <cp:revision>59</cp:revision>
  <dcterms:created xsi:type="dcterms:W3CDTF">2013-01-27T09:14:16Z</dcterms:created>
  <dcterms:modified xsi:type="dcterms:W3CDTF">2026-04-08T20:05:35Z</dcterms:modified>
  <cp:category/>
</cp:coreProperties>
</file>